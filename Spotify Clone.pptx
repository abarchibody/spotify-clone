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80" r:id="rId13"/>
    <p:sldId id="281" r:id="rId14"/>
    <p:sldId id="266" r:id="rId15"/>
    <p:sldId id="267" r:id="rId16"/>
    <p:sldId id="268" r:id="rId17"/>
    <p:sldId id="269" r:id="rId18"/>
    <p:sldId id="270" r:id="rId19"/>
    <p:sldId id="271" r:id="rId20"/>
    <p:sldId id="274" r:id="rId21"/>
    <p:sldId id="272" r:id="rId22"/>
    <p:sldId id="276" r:id="rId23"/>
    <p:sldId id="277" r:id="rId24"/>
    <p:sldId id="273" r:id="rId25"/>
  </p:sldIdLst>
  <p:sldSz cx="12192000" cy="6858000"/>
  <p:notesSz cx="6858000" cy="9144000"/>
  <p:defaultTextStyle>
    <a:defPPr>
      <a:defRPr lang="en-C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 varScale="1">
        <p:scale>
          <a:sx n="117" d="100"/>
          <a:sy n="11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989C0-B20E-4FF0-953B-7C7000482A3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80D87A8-6AC5-4573-ACBD-95816A589E6D}">
      <dgm:prSet/>
      <dgm:spPr/>
      <dgm:t>
        <a:bodyPr/>
        <a:lstStyle/>
        <a:p>
          <a:pPr>
            <a:defRPr b="1"/>
          </a:pPr>
          <a:r>
            <a:rPr lang="en-US" b="1"/>
            <a:t>Primary Users</a:t>
          </a:r>
          <a:r>
            <a:rPr lang="en-US"/>
            <a:t>:</a:t>
          </a:r>
        </a:p>
      </dgm:t>
    </dgm:pt>
    <dgm:pt modelId="{78A8B603-29A7-4DC8-B785-9E335D0E9B3D}" type="parTrans" cxnId="{651ED2F0-E31F-44EB-846D-5589F42F8A42}">
      <dgm:prSet/>
      <dgm:spPr/>
      <dgm:t>
        <a:bodyPr/>
        <a:lstStyle/>
        <a:p>
          <a:endParaRPr lang="en-US"/>
        </a:p>
      </dgm:t>
    </dgm:pt>
    <dgm:pt modelId="{92F1E47A-D14E-4F65-BE9A-BA68407B0D64}" type="sibTrans" cxnId="{651ED2F0-E31F-44EB-846D-5589F42F8A42}">
      <dgm:prSet/>
      <dgm:spPr/>
      <dgm:t>
        <a:bodyPr/>
        <a:lstStyle/>
        <a:p>
          <a:endParaRPr lang="en-US"/>
        </a:p>
      </dgm:t>
    </dgm:pt>
    <dgm:pt modelId="{E6DBB27E-5A30-40D0-8C7C-0B964A61E511}">
      <dgm:prSet/>
      <dgm:spPr/>
      <dgm:t>
        <a:bodyPr/>
        <a:lstStyle/>
        <a:p>
          <a:r>
            <a:rPr lang="en-US"/>
            <a:t>Music enthusiasts who want a simple app to browse and play music.</a:t>
          </a:r>
        </a:p>
      </dgm:t>
    </dgm:pt>
    <dgm:pt modelId="{164380D5-61DE-4441-8357-7B5A03661E04}" type="parTrans" cxnId="{4C1612A9-0D47-4C18-A811-A69D82C859B6}">
      <dgm:prSet/>
      <dgm:spPr/>
      <dgm:t>
        <a:bodyPr/>
        <a:lstStyle/>
        <a:p>
          <a:endParaRPr lang="en-US"/>
        </a:p>
      </dgm:t>
    </dgm:pt>
    <dgm:pt modelId="{B20CE680-9E16-4402-A51E-E7A1A557862B}" type="sibTrans" cxnId="{4C1612A9-0D47-4C18-A811-A69D82C859B6}">
      <dgm:prSet/>
      <dgm:spPr/>
      <dgm:t>
        <a:bodyPr/>
        <a:lstStyle/>
        <a:p>
          <a:endParaRPr lang="en-US"/>
        </a:p>
      </dgm:t>
    </dgm:pt>
    <dgm:pt modelId="{53180938-23C8-4895-A711-DB39203FB348}">
      <dgm:prSet/>
      <dgm:spPr/>
      <dgm:t>
        <a:bodyPr/>
        <a:lstStyle/>
        <a:p>
          <a:r>
            <a:rPr lang="en-US"/>
            <a:t>Users looking for playlist management and personalized experiences.</a:t>
          </a:r>
        </a:p>
      </dgm:t>
    </dgm:pt>
    <dgm:pt modelId="{E78F7189-ABB0-4864-85EA-627889AECE4A}" type="parTrans" cxnId="{F87CCCD7-AEB8-439F-85F4-778018B62892}">
      <dgm:prSet/>
      <dgm:spPr/>
      <dgm:t>
        <a:bodyPr/>
        <a:lstStyle/>
        <a:p>
          <a:endParaRPr lang="en-US"/>
        </a:p>
      </dgm:t>
    </dgm:pt>
    <dgm:pt modelId="{6D3C4B43-5ED1-4528-8E6A-EC9918BE7E0C}" type="sibTrans" cxnId="{F87CCCD7-AEB8-439F-85F4-778018B62892}">
      <dgm:prSet/>
      <dgm:spPr/>
      <dgm:t>
        <a:bodyPr/>
        <a:lstStyle/>
        <a:p>
          <a:endParaRPr lang="en-US"/>
        </a:p>
      </dgm:t>
    </dgm:pt>
    <dgm:pt modelId="{31524301-07A7-469A-91A1-F6A6338F8EBF}">
      <dgm:prSet/>
      <dgm:spPr/>
      <dgm:t>
        <a:bodyPr/>
        <a:lstStyle/>
        <a:p>
          <a:pPr>
            <a:defRPr b="1"/>
          </a:pPr>
          <a:r>
            <a:rPr lang="en-US" b="1"/>
            <a:t>Why It’s Useful</a:t>
          </a:r>
          <a:r>
            <a:rPr lang="en-US"/>
            <a:t>:</a:t>
          </a:r>
        </a:p>
      </dgm:t>
    </dgm:pt>
    <dgm:pt modelId="{0035DC44-87F0-4A96-9841-646FDBFFA872}" type="parTrans" cxnId="{6D1CDCBA-4FED-4125-AE9A-D2DDEFA6C6E3}">
      <dgm:prSet/>
      <dgm:spPr/>
      <dgm:t>
        <a:bodyPr/>
        <a:lstStyle/>
        <a:p>
          <a:endParaRPr lang="en-US"/>
        </a:p>
      </dgm:t>
    </dgm:pt>
    <dgm:pt modelId="{EECE6B4B-0C0D-4955-89C1-F8513BEB0A8D}" type="sibTrans" cxnId="{6D1CDCBA-4FED-4125-AE9A-D2DDEFA6C6E3}">
      <dgm:prSet/>
      <dgm:spPr/>
      <dgm:t>
        <a:bodyPr/>
        <a:lstStyle/>
        <a:p>
          <a:endParaRPr lang="en-US"/>
        </a:p>
      </dgm:t>
    </dgm:pt>
    <dgm:pt modelId="{B63E5C51-D5F6-496D-A14C-0C943CA9B811}">
      <dgm:prSet/>
      <dgm:spPr/>
      <dgm:t>
        <a:bodyPr/>
        <a:lstStyle/>
        <a:p>
          <a:r>
            <a:rPr lang="en-US"/>
            <a:t>Provides an accessible and customizable music library.</a:t>
          </a:r>
        </a:p>
      </dgm:t>
    </dgm:pt>
    <dgm:pt modelId="{29DB0575-A768-490A-97C4-22C0D46816A8}" type="parTrans" cxnId="{9A18C451-ADCB-4545-BD0F-8E6FDA8B4A78}">
      <dgm:prSet/>
      <dgm:spPr/>
      <dgm:t>
        <a:bodyPr/>
        <a:lstStyle/>
        <a:p>
          <a:endParaRPr lang="en-US"/>
        </a:p>
      </dgm:t>
    </dgm:pt>
    <dgm:pt modelId="{94942EBD-E378-4187-92AC-F42B74AF3DAC}" type="sibTrans" cxnId="{9A18C451-ADCB-4545-BD0F-8E6FDA8B4A78}">
      <dgm:prSet/>
      <dgm:spPr/>
      <dgm:t>
        <a:bodyPr/>
        <a:lstStyle/>
        <a:p>
          <a:endParaRPr lang="en-US"/>
        </a:p>
      </dgm:t>
    </dgm:pt>
    <dgm:pt modelId="{E4B8E8C7-A939-4FCF-8752-4C6601BAF052}">
      <dgm:prSet/>
      <dgm:spPr/>
      <dgm:t>
        <a:bodyPr/>
        <a:lstStyle/>
        <a:p>
          <a:r>
            <a:rPr lang="en-US"/>
            <a:t>Offers a user-friendly interface for managing and discovering songs.</a:t>
          </a:r>
        </a:p>
      </dgm:t>
    </dgm:pt>
    <dgm:pt modelId="{C834D4CE-9627-4F94-8DFA-AD6035817DB3}" type="parTrans" cxnId="{695A0C65-FD50-4450-9543-23578F7EFB12}">
      <dgm:prSet/>
      <dgm:spPr/>
      <dgm:t>
        <a:bodyPr/>
        <a:lstStyle/>
        <a:p>
          <a:endParaRPr lang="en-US"/>
        </a:p>
      </dgm:t>
    </dgm:pt>
    <dgm:pt modelId="{003263AB-DB42-4DBF-959B-F7B85902B4AE}" type="sibTrans" cxnId="{695A0C65-FD50-4450-9543-23578F7EFB12}">
      <dgm:prSet/>
      <dgm:spPr/>
      <dgm:t>
        <a:bodyPr/>
        <a:lstStyle/>
        <a:p>
          <a:endParaRPr lang="en-US"/>
        </a:p>
      </dgm:t>
    </dgm:pt>
    <dgm:pt modelId="{72D024B1-A6EC-4996-9357-D47CE0EE679C}" type="pres">
      <dgm:prSet presAssocID="{418989C0-B20E-4FF0-953B-7C7000482A33}" presName="root" presStyleCnt="0">
        <dgm:presLayoutVars>
          <dgm:dir/>
          <dgm:resizeHandles val="exact"/>
        </dgm:presLayoutVars>
      </dgm:prSet>
      <dgm:spPr/>
    </dgm:pt>
    <dgm:pt modelId="{FD760B19-DD42-42C1-8C9A-BDBB5803AA73}" type="pres">
      <dgm:prSet presAssocID="{D80D87A8-6AC5-4573-ACBD-95816A589E6D}" presName="compNode" presStyleCnt="0"/>
      <dgm:spPr/>
    </dgm:pt>
    <dgm:pt modelId="{F3463683-1B91-4478-8599-2C3352C62CE1}" type="pres">
      <dgm:prSet presAssocID="{D80D87A8-6AC5-4573-ACBD-95816A589E6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01C1B3B9-497D-4E23-A55E-82F80769184B}" type="pres">
      <dgm:prSet presAssocID="{D80D87A8-6AC5-4573-ACBD-95816A589E6D}" presName="iconSpace" presStyleCnt="0"/>
      <dgm:spPr/>
    </dgm:pt>
    <dgm:pt modelId="{53AE2811-098F-4930-9B9A-DA7080DD2D1B}" type="pres">
      <dgm:prSet presAssocID="{D80D87A8-6AC5-4573-ACBD-95816A589E6D}" presName="parTx" presStyleLbl="revTx" presStyleIdx="0" presStyleCnt="4">
        <dgm:presLayoutVars>
          <dgm:chMax val="0"/>
          <dgm:chPref val="0"/>
        </dgm:presLayoutVars>
      </dgm:prSet>
      <dgm:spPr/>
    </dgm:pt>
    <dgm:pt modelId="{9F136D59-DF44-46BF-8092-10DFB8961260}" type="pres">
      <dgm:prSet presAssocID="{D80D87A8-6AC5-4573-ACBD-95816A589E6D}" presName="txSpace" presStyleCnt="0"/>
      <dgm:spPr/>
    </dgm:pt>
    <dgm:pt modelId="{1EC014EA-2401-4196-A9B0-F3AF6382EF08}" type="pres">
      <dgm:prSet presAssocID="{D80D87A8-6AC5-4573-ACBD-95816A589E6D}" presName="desTx" presStyleLbl="revTx" presStyleIdx="1" presStyleCnt="4">
        <dgm:presLayoutVars/>
      </dgm:prSet>
      <dgm:spPr/>
    </dgm:pt>
    <dgm:pt modelId="{191EF605-6F4A-463E-B7B8-EAC25AABA2BF}" type="pres">
      <dgm:prSet presAssocID="{92F1E47A-D14E-4F65-BE9A-BA68407B0D64}" presName="sibTrans" presStyleCnt="0"/>
      <dgm:spPr/>
    </dgm:pt>
    <dgm:pt modelId="{AAABEDFD-3CFE-4875-B390-D1E28DA073A0}" type="pres">
      <dgm:prSet presAssocID="{31524301-07A7-469A-91A1-F6A6338F8EBF}" presName="compNode" presStyleCnt="0"/>
      <dgm:spPr/>
    </dgm:pt>
    <dgm:pt modelId="{A342420C-7194-437D-9E9C-2851AC83699E}" type="pres">
      <dgm:prSet presAssocID="{31524301-07A7-469A-91A1-F6A6338F8EB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 Notes"/>
        </a:ext>
      </dgm:extLst>
    </dgm:pt>
    <dgm:pt modelId="{663B8294-5D47-4926-897F-21B2F8C147F4}" type="pres">
      <dgm:prSet presAssocID="{31524301-07A7-469A-91A1-F6A6338F8EBF}" presName="iconSpace" presStyleCnt="0"/>
      <dgm:spPr/>
    </dgm:pt>
    <dgm:pt modelId="{C5963F72-AF73-4944-8246-D86C80203D1A}" type="pres">
      <dgm:prSet presAssocID="{31524301-07A7-469A-91A1-F6A6338F8EBF}" presName="parTx" presStyleLbl="revTx" presStyleIdx="2" presStyleCnt="4">
        <dgm:presLayoutVars>
          <dgm:chMax val="0"/>
          <dgm:chPref val="0"/>
        </dgm:presLayoutVars>
      </dgm:prSet>
      <dgm:spPr/>
    </dgm:pt>
    <dgm:pt modelId="{71904713-85AE-4207-9597-A4B119BB84CD}" type="pres">
      <dgm:prSet presAssocID="{31524301-07A7-469A-91A1-F6A6338F8EBF}" presName="txSpace" presStyleCnt="0"/>
      <dgm:spPr/>
    </dgm:pt>
    <dgm:pt modelId="{22C977F1-711D-453C-BD6B-DB47CCAF9439}" type="pres">
      <dgm:prSet presAssocID="{31524301-07A7-469A-91A1-F6A6338F8EBF}" presName="desTx" presStyleLbl="revTx" presStyleIdx="3" presStyleCnt="4">
        <dgm:presLayoutVars/>
      </dgm:prSet>
      <dgm:spPr/>
    </dgm:pt>
  </dgm:ptLst>
  <dgm:cxnLst>
    <dgm:cxn modelId="{4F2B0D46-B32A-4375-B78F-041828B17433}" type="presOf" srcId="{D80D87A8-6AC5-4573-ACBD-95816A589E6D}" destId="{53AE2811-098F-4930-9B9A-DA7080DD2D1B}" srcOrd="0" destOrd="0" presId="urn:microsoft.com/office/officeart/2018/2/layout/IconLabelDescriptionList"/>
    <dgm:cxn modelId="{9A18C451-ADCB-4545-BD0F-8E6FDA8B4A78}" srcId="{31524301-07A7-469A-91A1-F6A6338F8EBF}" destId="{B63E5C51-D5F6-496D-A14C-0C943CA9B811}" srcOrd="0" destOrd="0" parTransId="{29DB0575-A768-490A-97C4-22C0D46816A8}" sibTransId="{94942EBD-E378-4187-92AC-F42B74AF3DAC}"/>
    <dgm:cxn modelId="{E0F5285D-5F97-4B23-818A-5965DBDDC8A1}" type="presOf" srcId="{31524301-07A7-469A-91A1-F6A6338F8EBF}" destId="{C5963F72-AF73-4944-8246-D86C80203D1A}" srcOrd="0" destOrd="0" presId="urn:microsoft.com/office/officeart/2018/2/layout/IconLabelDescriptionList"/>
    <dgm:cxn modelId="{695A0C65-FD50-4450-9543-23578F7EFB12}" srcId="{31524301-07A7-469A-91A1-F6A6338F8EBF}" destId="{E4B8E8C7-A939-4FCF-8752-4C6601BAF052}" srcOrd="1" destOrd="0" parTransId="{C834D4CE-9627-4F94-8DFA-AD6035817DB3}" sibTransId="{003263AB-DB42-4DBF-959B-F7B85902B4AE}"/>
    <dgm:cxn modelId="{8317B886-920A-43EF-8137-2B36EDB5BECA}" type="presOf" srcId="{53180938-23C8-4895-A711-DB39203FB348}" destId="{1EC014EA-2401-4196-A9B0-F3AF6382EF08}" srcOrd="0" destOrd="1" presId="urn:microsoft.com/office/officeart/2018/2/layout/IconLabelDescriptionList"/>
    <dgm:cxn modelId="{BDD37F95-8223-468D-82F2-32512CE0A8F1}" type="presOf" srcId="{E6DBB27E-5A30-40D0-8C7C-0B964A61E511}" destId="{1EC014EA-2401-4196-A9B0-F3AF6382EF08}" srcOrd="0" destOrd="0" presId="urn:microsoft.com/office/officeart/2018/2/layout/IconLabelDescriptionList"/>
    <dgm:cxn modelId="{4C1612A9-0D47-4C18-A811-A69D82C859B6}" srcId="{D80D87A8-6AC5-4573-ACBD-95816A589E6D}" destId="{E6DBB27E-5A30-40D0-8C7C-0B964A61E511}" srcOrd="0" destOrd="0" parTransId="{164380D5-61DE-4441-8357-7B5A03661E04}" sibTransId="{B20CE680-9E16-4402-A51E-E7A1A557862B}"/>
    <dgm:cxn modelId="{F59DFEB2-F72E-4369-AD3D-9EC6E90FDF8E}" type="presOf" srcId="{B63E5C51-D5F6-496D-A14C-0C943CA9B811}" destId="{22C977F1-711D-453C-BD6B-DB47CCAF9439}" srcOrd="0" destOrd="0" presId="urn:microsoft.com/office/officeart/2018/2/layout/IconLabelDescriptionList"/>
    <dgm:cxn modelId="{6D1CDCBA-4FED-4125-AE9A-D2DDEFA6C6E3}" srcId="{418989C0-B20E-4FF0-953B-7C7000482A33}" destId="{31524301-07A7-469A-91A1-F6A6338F8EBF}" srcOrd="1" destOrd="0" parTransId="{0035DC44-87F0-4A96-9841-646FDBFFA872}" sibTransId="{EECE6B4B-0C0D-4955-89C1-F8513BEB0A8D}"/>
    <dgm:cxn modelId="{9107FEC7-1300-4D48-B517-E502A0A8CFE0}" type="presOf" srcId="{418989C0-B20E-4FF0-953B-7C7000482A33}" destId="{72D024B1-A6EC-4996-9357-D47CE0EE679C}" srcOrd="0" destOrd="0" presId="urn:microsoft.com/office/officeart/2018/2/layout/IconLabelDescriptionList"/>
    <dgm:cxn modelId="{5A9E99CC-28F3-485F-8A8D-5768250F6FEB}" type="presOf" srcId="{E4B8E8C7-A939-4FCF-8752-4C6601BAF052}" destId="{22C977F1-711D-453C-BD6B-DB47CCAF9439}" srcOrd="0" destOrd="1" presId="urn:microsoft.com/office/officeart/2018/2/layout/IconLabelDescriptionList"/>
    <dgm:cxn modelId="{F87CCCD7-AEB8-439F-85F4-778018B62892}" srcId="{D80D87A8-6AC5-4573-ACBD-95816A589E6D}" destId="{53180938-23C8-4895-A711-DB39203FB348}" srcOrd="1" destOrd="0" parTransId="{E78F7189-ABB0-4864-85EA-627889AECE4A}" sibTransId="{6D3C4B43-5ED1-4528-8E6A-EC9918BE7E0C}"/>
    <dgm:cxn modelId="{651ED2F0-E31F-44EB-846D-5589F42F8A42}" srcId="{418989C0-B20E-4FF0-953B-7C7000482A33}" destId="{D80D87A8-6AC5-4573-ACBD-95816A589E6D}" srcOrd="0" destOrd="0" parTransId="{78A8B603-29A7-4DC8-B785-9E335D0E9B3D}" sibTransId="{92F1E47A-D14E-4F65-BE9A-BA68407B0D64}"/>
    <dgm:cxn modelId="{C414A4BB-645C-401C-9F44-E0B1E291509C}" type="presParOf" srcId="{72D024B1-A6EC-4996-9357-D47CE0EE679C}" destId="{FD760B19-DD42-42C1-8C9A-BDBB5803AA73}" srcOrd="0" destOrd="0" presId="urn:microsoft.com/office/officeart/2018/2/layout/IconLabelDescriptionList"/>
    <dgm:cxn modelId="{7217DA34-D3E2-41EC-95EF-CFB761D96955}" type="presParOf" srcId="{FD760B19-DD42-42C1-8C9A-BDBB5803AA73}" destId="{F3463683-1B91-4478-8599-2C3352C62CE1}" srcOrd="0" destOrd="0" presId="urn:microsoft.com/office/officeart/2018/2/layout/IconLabelDescriptionList"/>
    <dgm:cxn modelId="{2F70301C-835A-4373-8ED3-3E4B26435E6B}" type="presParOf" srcId="{FD760B19-DD42-42C1-8C9A-BDBB5803AA73}" destId="{01C1B3B9-497D-4E23-A55E-82F80769184B}" srcOrd="1" destOrd="0" presId="urn:microsoft.com/office/officeart/2018/2/layout/IconLabelDescriptionList"/>
    <dgm:cxn modelId="{EC90DE72-8E88-4CD6-BFF2-D3F131D985E9}" type="presParOf" srcId="{FD760B19-DD42-42C1-8C9A-BDBB5803AA73}" destId="{53AE2811-098F-4930-9B9A-DA7080DD2D1B}" srcOrd="2" destOrd="0" presId="urn:microsoft.com/office/officeart/2018/2/layout/IconLabelDescriptionList"/>
    <dgm:cxn modelId="{9F7FF1CC-FCA1-4BE5-9815-FA6024E6E6BF}" type="presParOf" srcId="{FD760B19-DD42-42C1-8C9A-BDBB5803AA73}" destId="{9F136D59-DF44-46BF-8092-10DFB8961260}" srcOrd="3" destOrd="0" presId="urn:microsoft.com/office/officeart/2018/2/layout/IconLabelDescriptionList"/>
    <dgm:cxn modelId="{F42D2D84-2F0E-4055-81AE-5198C66288BB}" type="presParOf" srcId="{FD760B19-DD42-42C1-8C9A-BDBB5803AA73}" destId="{1EC014EA-2401-4196-A9B0-F3AF6382EF08}" srcOrd="4" destOrd="0" presId="urn:microsoft.com/office/officeart/2018/2/layout/IconLabelDescriptionList"/>
    <dgm:cxn modelId="{689E9341-A006-41AE-8C0B-0465461BE453}" type="presParOf" srcId="{72D024B1-A6EC-4996-9357-D47CE0EE679C}" destId="{191EF605-6F4A-463E-B7B8-EAC25AABA2BF}" srcOrd="1" destOrd="0" presId="urn:microsoft.com/office/officeart/2018/2/layout/IconLabelDescriptionList"/>
    <dgm:cxn modelId="{F9026C7B-671A-42F1-A199-4C65BBA20DAE}" type="presParOf" srcId="{72D024B1-A6EC-4996-9357-D47CE0EE679C}" destId="{AAABEDFD-3CFE-4875-B390-D1E28DA073A0}" srcOrd="2" destOrd="0" presId="urn:microsoft.com/office/officeart/2018/2/layout/IconLabelDescriptionList"/>
    <dgm:cxn modelId="{FB592C04-7F01-4453-BFD8-5C4688DD0233}" type="presParOf" srcId="{AAABEDFD-3CFE-4875-B390-D1E28DA073A0}" destId="{A342420C-7194-437D-9E9C-2851AC83699E}" srcOrd="0" destOrd="0" presId="urn:microsoft.com/office/officeart/2018/2/layout/IconLabelDescriptionList"/>
    <dgm:cxn modelId="{13F48911-D54E-406B-8A6A-117CAB0EC7D7}" type="presParOf" srcId="{AAABEDFD-3CFE-4875-B390-D1E28DA073A0}" destId="{663B8294-5D47-4926-897F-21B2F8C147F4}" srcOrd="1" destOrd="0" presId="urn:microsoft.com/office/officeart/2018/2/layout/IconLabelDescriptionList"/>
    <dgm:cxn modelId="{ACDD219E-A7F4-4E65-8F2E-297F546734BF}" type="presParOf" srcId="{AAABEDFD-3CFE-4875-B390-D1E28DA073A0}" destId="{C5963F72-AF73-4944-8246-D86C80203D1A}" srcOrd="2" destOrd="0" presId="urn:microsoft.com/office/officeart/2018/2/layout/IconLabelDescriptionList"/>
    <dgm:cxn modelId="{40545677-EF1A-41A8-854F-5F55EC62F2DC}" type="presParOf" srcId="{AAABEDFD-3CFE-4875-B390-D1E28DA073A0}" destId="{71904713-85AE-4207-9597-A4B119BB84CD}" srcOrd="3" destOrd="0" presId="urn:microsoft.com/office/officeart/2018/2/layout/IconLabelDescriptionList"/>
    <dgm:cxn modelId="{B771C0DA-1C04-4D24-BAD9-5629D95FE898}" type="presParOf" srcId="{AAABEDFD-3CFE-4875-B390-D1E28DA073A0}" destId="{22C977F1-711D-453C-BD6B-DB47CCAF943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513FF5-C92A-4057-B20E-406801BD04B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28D2A8-19AE-41A3-9CC7-316589602236}">
      <dgm:prSet/>
      <dgm:spPr/>
      <dgm:t>
        <a:bodyPr/>
        <a:lstStyle/>
        <a:p>
          <a:r>
            <a:rPr lang="en-US" b="1"/>
            <a:t>Architecture Diagram</a:t>
          </a:r>
          <a:endParaRPr lang="en-US"/>
        </a:p>
      </dgm:t>
    </dgm:pt>
    <dgm:pt modelId="{75B75788-C7BA-4953-984B-7C23C997B857}" type="parTrans" cxnId="{750A4CC0-BAD0-449C-AC6B-D84B7415B57F}">
      <dgm:prSet/>
      <dgm:spPr/>
      <dgm:t>
        <a:bodyPr/>
        <a:lstStyle/>
        <a:p>
          <a:endParaRPr lang="en-US"/>
        </a:p>
      </dgm:t>
    </dgm:pt>
    <dgm:pt modelId="{C93160F0-E5C9-4345-AA20-054BB176E0EC}" type="sibTrans" cxnId="{750A4CC0-BAD0-449C-AC6B-D84B7415B57F}">
      <dgm:prSet/>
      <dgm:spPr/>
      <dgm:t>
        <a:bodyPr/>
        <a:lstStyle/>
        <a:p>
          <a:endParaRPr lang="en-US"/>
        </a:p>
      </dgm:t>
    </dgm:pt>
    <dgm:pt modelId="{11E0FE8C-5383-41EF-80AB-629D7D71526F}">
      <dgm:prSet/>
      <dgm:spPr/>
      <dgm:t>
        <a:bodyPr/>
        <a:lstStyle/>
        <a:p>
          <a:r>
            <a:rPr lang="en-US"/>
            <a:t>Firebase Authentication: Handles user login and registration.</a:t>
          </a:r>
        </a:p>
      </dgm:t>
    </dgm:pt>
    <dgm:pt modelId="{9B6E2CC9-450F-4F1D-AA1B-4007AD3C2B14}" type="parTrans" cxnId="{C7992A4E-C009-4361-B5BE-DF2C85130EFF}">
      <dgm:prSet/>
      <dgm:spPr/>
      <dgm:t>
        <a:bodyPr/>
        <a:lstStyle/>
        <a:p>
          <a:endParaRPr lang="en-US"/>
        </a:p>
      </dgm:t>
    </dgm:pt>
    <dgm:pt modelId="{535D2684-BA16-4044-A692-BA5A9BB71F10}" type="sibTrans" cxnId="{C7992A4E-C009-4361-B5BE-DF2C85130EFF}">
      <dgm:prSet/>
      <dgm:spPr/>
      <dgm:t>
        <a:bodyPr/>
        <a:lstStyle/>
        <a:p>
          <a:endParaRPr lang="en-US"/>
        </a:p>
      </dgm:t>
    </dgm:pt>
    <dgm:pt modelId="{F799DD4D-A92B-4D16-BE43-AD0360144C43}">
      <dgm:prSet/>
      <dgm:spPr/>
      <dgm:t>
        <a:bodyPr/>
        <a:lstStyle/>
        <a:p>
          <a:r>
            <a:rPr lang="en-US"/>
            <a:t>Firebase Firestore: Stores user data, songs, and favorites.</a:t>
          </a:r>
        </a:p>
      </dgm:t>
    </dgm:pt>
    <dgm:pt modelId="{C2E8D6E2-0D3B-4EC2-9AEB-C4610F47AAAF}" type="parTrans" cxnId="{5B04EEF1-AAF8-490D-8AF2-F2348C1B83FE}">
      <dgm:prSet/>
      <dgm:spPr/>
      <dgm:t>
        <a:bodyPr/>
        <a:lstStyle/>
        <a:p>
          <a:endParaRPr lang="en-US"/>
        </a:p>
      </dgm:t>
    </dgm:pt>
    <dgm:pt modelId="{D78574FD-7115-415E-AD7C-BEE22BD2BFFC}" type="sibTrans" cxnId="{5B04EEF1-AAF8-490D-8AF2-F2348C1B83FE}">
      <dgm:prSet/>
      <dgm:spPr/>
      <dgm:t>
        <a:bodyPr/>
        <a:lstStyle/>
        <a:p>
          <a:endParaRPr lang="en-US"/>
        </a:p>
      </dgm:t>
    </dgm:pt>
    <dgm:pt modelId="{1C88BEC6-1E8F-4F07-A947-8AE7C68651E9}">
      <dgm:prSet/>
      <dgm:spPr/>
      <dgm:t>
        <a:bodyPr/>
        <a:lstStyle/>
        <a:p>
          <a:r>
            <a:rPr lang="en-US"/>
            <a:t>Firebase Storage: Hosts song audio files and cover images.</a:t>
          </a:r>
        </a:p>
      </dgm:t>
    </dgm:pt>
    <dgm:pt modelId="{30126571-5926-46BF-B167-4456F6AFBFC4}" type="parTrans" cxnId="{856852A8-8629-478C-84EC-1D0FEDC8C8BB}">
      <dgm:prSet/>
      <dgm:spPr/>
      <dgm:t>
        <a:bodyPr/>
        <a:lstStyle/>
        <a:p>
          <a:endParaRPr lang="en-US"/>
        </a:p>
      </dgm:t>
    </dgm:pt>
    <dgm:pt modelId="{BFE1D76F-627F-4E94-B6A1-5DA903C93F32}" type="sibTrans" cxnId="{856852A8-8629-478C-84EC-1D0FEDC8C8BB}">
      <dgm:prSet/>
      <dgm:spPr/>
      <dgm:t>
        <a:bodyPr/>
        <a:lstStyle/>
        <a:p>
          <a:endParaRPr lang="en-US"/>
        </a:p>
      </dgm:t>
    </dgm:pt>
    <dgm:pt modelId="{6A89E4B3-C863-400F-BBDF-FBD557CCCA21}">
      <dgm:prSet/>
      <dgm:spPr/>
      <dgm:t>
        <a:bodyPr/>
        <a:lstStyle/>
        <a:p>
          <a:r>
            <a:rPr lang="en-US" b="1"/>
            <a:t>Description</a:t>
          </a:r>
          <a:endParaRPr lang="en-US"/>
        </a:p>
      </dgm:t>
    </dgm:pt>
    <dgm:pt modelId="{D690454D-32F3-4F33-821F-B30B84C218C6}" type="parTrans" cxnId="{F84DECB2-4959-4463-83E8-C8014D053952}">
      <dgm:prSet/>
      <dgm:spPr/>
      <dgm:t>
        <a:bodyPr/>
        <a:lstStyle/>
        <a:p>
          <a:endParaRPr lang="en-US"/>
        </a:p>
      </dgm:t>
    </dgm:pt>
    <dgm:pt modelId="{3567651F-392D-488D-8C41-8A52D1074FC5}" type="sibTrans" cxnId="{F84DECB2-4959-4463-83E8-C8014D053952}">
      <dgm:prSet/>
      <dgm:spPr/>
      <dgm:t>
        <a:bodyPr/>
        <a:lstStyle/>
        <a:p>
          <a:endParaRPr lang="en-US"/>
        </a:p>
      </dgm:t>
    </dgm:pt>
    <dgm:pt modelId="{397A7CD0-41CF-4FF8-83A6-2F5FF8DF47A8}">
      <dgm:prSet/>
      <dgm:spPr/>
      <dgm:t>
        <a:bodyPr/>
        <a:lstStyle/>
        <a:p>
          <a:r>
            <a:rPr lang="en-US" b="1"/>
            <a:t>Authentication</a:t>
          </a:r>
          <a:r>
            <a:rPr lang="en-US"/>
            <a:t>:</a:t>
          </a:r>
        </a:p>
      </dgm:t>
    </dgm:pt>
    <dgm:pt modelId="{19B88644-9409-4B1D-96AB-A356DFC9D8BB}" type="parTrans" cxnId="{1D730456-DA28-40FC-BEF8-873438B9DC6C}">
      <dgm:prSet/>
      <dgm:spPr/>
      <dgm:t>
        <a:bodyPr/>
        <a:lstStyle/>
        <a:p>
          <a:endParaRPr lang="en-US"/>
        </a:p>
      </dgm:t>
    </dgm:pt>
    <dgm:pt modelId="{70E4DC45-4B5B-427F-AB1B-AD82E773EE52}" type="sibTrans" cxnId="{1D730456-DA28-40FC-BEF8-873438B9DC6C}">
      <dgm:prSet/>
      <dgm:spPr/>
      <dgm:t>
        <a:bodyPr/>
        <a:lstStyle/>
        <a:p>
          <a:endParaRPr lang="en-US"/>
        </a:p>
      </dgm:t>
    </dgm:pt>
    <dgm:pt modelId="{16D81E2B-0B80-49D5-B8BA-F48B8A03D297}">
      <dgm:prSet/>
      <dgm:spPr/>
      <dgm:t>
        <a:bodyPr/>
        <a:lstStyle/>
        <a:p>
          <a:r>
            <a:rPr lang="en-US"/>
            <a:t>Provides secure user login via email/password.</a:t>
          </a:r>
        </a:p>
      </dgm:t>
    </dgm:pt>
    <dgm:pt modelId="{F0DB9D5A-B466-49A7-BEE5-DCBF5A9F462D}" type="parTrans" cxnId="{C545B6C9-4ADE-4DF9-A184-BC60D239EA86}">
      <dgm:prSet/>
      <dgm:spPr/>
      <dgm:t>
        <a:bodyPr/>
        <a:lstStyle/>
        <a:p>
          <a:endParaRPr lang="en-US"/>
        </a:p>
      </dgm:t>
    </dgm:pt>
    <dgm:pt modelId="{6CC211AB-69AA-4EE1-939C-4BA623519176}" type="sibTrans" cxnId="{C545B6C9-4ADE-4DF9-A184-BC60D239EA86}">
      <dgm:prSet/>
      <dgm:spPr/>
      <dgm:t>
        <a:bodyPr/>
        <a:lstStyle/>
        <a:p>
          <a:endParaRPr lang="en-US"/>
        </a:p>
      </dgm:t>
    </dgm:pt>
    <dgm:pt modelId="{A56D3A2C-1B5D-4A3A-B7F5-47A3C5091A12}">
      <dgm:prSet/>
      <dgm:spPr/>
      <dgm:t>
        <a:bodyPr/>
        <a:lstStyle/>
        <a:p>
          <a:r>
            <a:rPr lang="en-US" b="1"/>
            <a:t>Firestore</a:t>
          </a:r>
          <a:r>
            <a:rPr lang="en-US"/>
            <a:t>:</a:t>
          </a:r>
        </a:p>
      </dgm:t>
    </dgm:pt>
    <dgm:pt modelId="{7D9AA7F4-446A-488C-AFCA-6C53161FB223}" type="parTrans" cxnId="{7C5F2F3C-79C1-4D71-BB61-F1B7DE4AB9B3}">
      <dgm:prSet/>
      <dgm:spPr/>
      <dgm:t>
        <a:bodyPr/>
        <a:lstStyle/>
        <a:p>
          <a:endParaRPr lang="en-US"/>
        </a:p>
      </dgm:t>
    </dgm:pt>
    <dgm:pt modelId="{95170FE3-D5FC-4C57-BE10-C57A79C02974}" type="sibTrans" cxnId="{7C5F2F3C-79C1-4D71-BB61-F1B7DE4AB9B3}">
      <dgm:prSet/>
      <dgm:spPr/>
      <dgm:t>
        <a:bodyPr/>
        <a:lstStyle/>
        <a:p>
          <a:endParaRPr lang="en-US"/>
        </a:p>
      </dgm:t>
    </dgm:pt>
    <dgm:pt modelId="{FD8D8805-4D95-4B49-A9C9-5E1574BD13E1}">
      <dgm:prSet/>
      <dgm:spPr/>
      <dgm:t>
        <a:bodyPr/>
        <a:lstStyle/>
        <a:p>
          <a:r>
            <a:rPr lang="en-US"/>
            <a:t>Houses collections for users, songs, and their favorites.</a:t>
          </a:r>
        </a:p>
      </dgm:t>
    </dgm:pt>
    <dgm:pt modelId="{D4F5F9B8-348D-4779-BF5B-51C55747160B}" type="parTrans" cxnId="{4380DDDB-461C-4B24-85A0-2CA5D59DCD97}">
      <dgm:prSet/>
      <dgm:spPr/>
      <dgm:t>
        <a:bodyPr/>
        <a:lstStyle/>
        <a:p>
          <a:endParaRPr lang="en-US"/>
        </a:p>
      </dgm:t>
    </dgm:pt>
    <dgm:pt modelId="{9995A811-D05D-4B07-988A-75851E700EC7}" type="sibTrans" cxnId="{4380DDDB-461C-4B24-85A0-2CA5D59DCD97}">
      <dgm:prSet/>
      <dgm:spPr/>
      <dgm:t>
        <a:bodyPr/>
        <a:lstStyle/>
        <a:p>
          <a:endParaRPr lang="en-US"/>
        </a:p>
      </dgm:t>
    </dgm:pt>
    <dgm:pt modelId="{A6CE1DE2-2520-40C6-B6C4-6A260130EEC8}">
      <dgm:prSet/>
      <dgm:spPr/>
      <dgm:t>
        <a:bodyPr/>
        <a:lstStyle/>
        <a:p>
          <a:r>
            <a:rPr lang="en-US" b="1"/>
            <a:t>Storage</a:t>
          </a:r>
          <a:r>
            <a:rPr lang="en-US"/>
            <a:t>:</a:t>
          </a:r>
        </a:p>
      </dgm:t>
    </dgm:pt>
    <dgm:pt modelId="{0C27F580-9C56-4E06-B26C-5DB7DCE8E2D5}" type="parTrans" cxnId="{F3CC306A-F49B-4C71-A970-F22D28029DF8}">
      <dgm:prSet/>
      <dgm:spPr/>
      <dgm:t>
        <a:bodyPr/>
        <a:lstStyle/>
        <a:p>
          <a:endParaRPr lang="en-US"/>
        </a:p>
      </dgm:t>
    </dgm:pt>
    <dgm:pt modelId="{D23851B1-D4B5-4AE4-85B3-3A297D6ACE68}" type="sibTrans" cxnId="{F3CC306A-F49B-4C71-A970-F22D28029DF8}">
      <dgm:prSet/>
      <dgm:spPr/>
      <dgm:t>
        <a:bodyPr/>
        <a:lstStyle/>
        <a:p>
          <a:endParaRPr lang="en-US"/>
        </a:p>
      </dgm:t>
    </dgm:pt>
    <dgm:pt modelId="{5013C0CB-7FA8-40A7-9C2E-3BC64A813BE9}">
      <dgm:prSet/>
      <dgm:spPr/>
      <dgm:t>
        <a:bodyPr/>
        <a:lstStyle/>
        <a:p>
          <a:r>
            <a:rPr lang="en-US"/>
            <a:t>Efficiently stores and serves media files (e.g., song covers, audio files).</a:t>
          </a:r>
        </a:p>
      </dgm:t>
    </dgm:pt>
    <dgm:pt modelId="{34150C0E-AC44-4A99-ADD9-6AF1A75F7D22}" type="parTrans" cxnId="{701B77E9-D985-4C3B-8176-3C2348231E69}">
      <dgm:prSet/>
      <dgm:spPr/>
      <dgm:t>
        <a:bodyPr/>
        <a:lstStyle/>
        <a:p>
          <a:endParaRPr lang="en-US"/>
        </a:p>
      </dgm:t>
    </dgm:pt>
    <dgm:pt modelId="{C85A260B-87AC-4FC6-A6F7-9FD72A301B09}" type="sibTrans" cxnId="{701B77E9-D985-4C3B-8176-3C2348231E69}">
      <dgm:prSet/>
      <dgm:spPr/>
      <dgm:t>
        <a:bodyPr/>
        <a:lstStyle/>
        <a:p>
          <a:endParaRPr lang="en-US"/>
        </a:p>
      </dgm:t>
    </dgm:pt>
    <dgm:pt modelId="{F5A4A3CD-9646-0944-9CFB-08DF6C54F8BF}" type="pres">
      <dgm:prSet presAssocID="{0D513FF5-C92A-4057-B20E-406801BD04B0}" presName="linear" presStyleCnt="0">
        <dgm:presLayoutVars>
          <dgm:dir/>
          <dgm:animLvl val="lvl"/>
          <dgm:resizeHandles val="exact"/>
        </dgm:presLayoutVars>
      </dgm:prSet>
      <dgm:spPr/>
    </dgm:pt>
    <dgm:pt modelId="{FD0F4D17-EE9F-1F4E-A366-5C6F284060CE}" type="pres">
      <dgm:prSet presAssocID="{C628D2A8-19AE-41A3-9CC7-316589602236}" presName="parentLin" presStyleCnt="0"/>
      <dgm:spPr/>
    </dgm:pt>
    <dgm:pt modelId="{16890D58-E440-D54A-A70B-DC19A9000E54}" type="pres">
      <dgm:prSet presAssocID="{C628D2A8-19AE-41A3-9CC7-316589602236}" presName="parentLeftMargin" presStyleLbl="node1" presStyleIdx="0" presStyleCnt="5"/>
      <dgm:spPr/>
    </dgm:pt>
    <dgm:pt modelId="{C65B8637-A6F0-174B-9BF1-1B1A2D5A6161}" type="pres">
      <dgm:prSet presAssocID="{C628D2A8-19AE-41A3-9CC7-31658960223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AC84D8F-72AE-7445-8248-1B567FD181E5}" type="pres">
      <dgm:prSet presAssocID="{C628D2A8-19AE-41A3-9CC7-316589602236}" presName="negativeSpace" presStyleCnt="0"/>
      <dgm:spPr/>
    </dgm:pt>
    <dgm:pt modelId="{EE1C8B98-EBCD-0C41-BA30-5C92364B755F}" type="pres">
      <dgm:prSet presAssocID="{C628D2A8-19AE-41A3-9CC7-316589602236}" presName="childText" presStyleLbl="conFgAcc1" presStyleIdx="0" presStyleCnt="5">
        <dgm:presLayoutVars>
          <dgm:bulletEnabled val="1"/>
        </dgm:presLayoutVars>
      </dgm:prSet>
      <dgm:spPr/>
    </dgm:pt>
    <dgm:pt modelId="{5FA4FDC4-E8ED-0349-868B-D687B057D6DE}" type="pres">
      <dgm:prSet presAssocID="{C93160F0-E5C9-4345-AA20-054BB176E0EC}" presName="spaceBetweenRectangles" presStyleCnt="0"/>
      <dgm:spPr/>
    </dgm:pt>
    <dgm:pt modelId="{B2EC1947-90E3-4C44-B508-41039731FDC4}" type="pres">
      <dgm:prSet presAssocID="{11E0FE8C-5383-41EF-80AB-629D7D71526F}" presName="parentLin" presStyleCnt="0"/>
      <dgm:spPr/>
    </dgm:pt>
    <dgm:pt modelId="{00551363-740A-F544-816D-FA23209B3912}" type="pres">
      <dgm:prSet presAssocID="{11E0FE8C-5383-41EF-80AB-629D7D71526F}" presName="parentLeftMargin" presStyleLbl="node1" presStyleIdx="0" presStyleCnt="5"/>
      <dgm:spPr/>
    </dgm:pt>
    <dgm:pt modelId="{7E850551-D3A3-A642-8D94-C42E256143C9}" type="pres">
      <dgm:prSet presAssocID="{11E0FE8C-5383-41EF-80AB-629D7D71526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387308A-EC57-DB47-BF1B-EB9BFB0258CC}" type="pres">
      <dgm:prSet presAssocID="{11E0FE8C-5383-41EF-80AB-629D7D71526F}" presName="negativeSpace" presStyleCnt="0"/>
      <dgm:spPr/>
    </dgm:pt>
    <dgm:pt modelId="{01A16FC0-65BC-C648-9494-28B7B8A89CA7}" type="pres">
      <dgm:prSet presAssocID="{11E0FE8C-5383-41EF-80AB-629D7D71526F}" presName="childText" presStyleLbl="conFgAcc1" presStyleIdx="1" presStyleCnt="5">
        <dgm:presLayoutVars>
          <dgm:bulletEnabled val="1"/>
        </dgm:presLayoutVars>
      </dgm:prSet>
      <dgm:spPr/>
    </dgm:pt>
    <dgm:pt modelId="{6893E2C1-9F97-484B-B1F9-D0AE1A910CA2}" type="pres">
      <dgm:prSet presAssocID="{535D2684-BA16-4044-A692-BA5A9BB71F10}" presName="spaceBetweenRectangles" presStyleCnt="0"/>
      <dgm:spPr/>
    </dgm:pt>
    <dgm:pt modelId="{60D8C02D-2B05-2D47-A0A4-5921F9B80B65}" type="pres">
      <dgm:prSet presAssocID="{F799DD4D-A92B-4D16-BE43-AD0360144C43}" presName="parentLin" presStyleCnt="0"/>
      <dgm:spPr/>
    </dgm:pt>
    <dgm:pt modelId="{B77E08B5-74FB-6E4C-AB6E-B0B3B5180924}" type="pres">
      <dgm:prSet presAssocID="{F799DD4D-A92B-4D16-BE43-AD0360144C43}" presName="parentLeftMargin" presStyleLbl="node1" presStyleIdx="1" presStyleCnt="5"/>
      <dgm:spPr/>
    </dgm:pt>
    <dgm:pt modelId="{E43F6DB3-9798-B54C-BEF2-737B61A78A5D}" type="pres">
      <dgm:prSet presAssocID="{F799DD4D-A92B-4D16-BE43-AD0360144C4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F3E5DD5-0E6C-DC42-939B-150B6D538A03}" type="pres">
      <dgm:prSet presAssocID="{F799DD4D-A92B-4D16-BE43-AD0360144C43}" presName="negativeSpace" presStyleCnt="0"/>
      <dgm:spPr/>
    </dgm:pt>
    <dgm:pt modelId="{43395006-6BC9-EF4B-A274-86F4D6CDCBAB}" type="pres">
      <dgm:prSet presAssocID="{F799DD4D-A92B-4D16-BE43-AD0360144C43}" presName="childText" presStyleLbl="conFgAcc1" presStyleIdx="2" presStyleCnt="5">
        <dgm:presLayoutVars>
          <dgm:bulletEnabled val="1"/>
        </dgm:presLayoutVars>
      </dgm:prSet>
      <dgm:spPr/>
    </dgm:pt>
    <dgm:pt modelId="{B5E8D0F4-50C4-8D4F-B8DE-E253C26FCAE6}" type="pres">
      <dgm:prSet presAssocID="{D78574FD-7115-415E-AD7C-BEE22BD2BFFC}" presName="spaceBetweenRectangles" presStyleCnt="0"/>
      <dgm:spPr/>
    </dgm:pt>
    <dgm:pt modelId="{502B101B-816B-8A49-A074-233EA5DD0B52}" type="pres">
      <dgm:prSet presAssocID="{1C88BEC6-1E8F-4F07-A947-8AE7C68651E9}" presName="parentLin" presStyleCnt="0"/>
      <dgm:spPr/>
    </dgm:pt>
    <dgm:pt modelId="{BAEF6B8C-2570-014E-8A4E-72A98AD4534E}" type="pres">
      <dgm:prSet presAssocID="{1C88BEC6-1E8F-4F07-A947-8AE7C68651E9}" presName="parentLeftMargin" presStyleLbl="node1" presStyleIdx="2" presStyleCnt="5"/>
      <dgm:spPr/>
    </dgm:pt>
    <dgm:pt modelId="{9D2623D3-EC0F-074D-B8B4-D44715E2DCE0}" type="pres">
      <dgm:prSet presAssocID="{1C88BEC6-1E8F-4F07-A947-8AE7C68651E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787F865-74EE-6644-B649-7E885D22A9CB}" type="pres">
      <dgm:prSet presAssocID="{1C88BEC6-1E8F-4F07-A947-8AE7C68651E9}" presName="negativeSpace" presStyleCnt="0"/>
      <dgm:spPr/>
    </dgm:pt>
    <dgm:pt modelId="{07D068E2-2F2F-9041-BD0B-C06D131E34CA}" type="pres">
      <dgm:prSet presAssocID="{1C88BEC6-1E8F-4F07-A947-8AE7C68651E9}" presName="childText" presStyleLbl="conFgAcc1" presStyleIdx="3" presStyleCnt="5">
        <dgm:presLayoutVars>
          <dgm:bulletEnabled val="1"/>
        </dgm:presLayoutVars>
      </dgm:prSet>
      <dgm:spPr/>
    </dgm:pt>
    <dgm:pt modelId="{88FB1441-6216-DE42-B8CB-3DFE30198F0B}" type="pres">
      <dgm:prSet presAssocID="{BFE1D76F-627F-4E94-B6A1-5DA903C93F32}" presName="spaceBetweenRectangles" presStyleCnt="0"/>
      <dgm:spPr/>
    </dgm:pt>
    <dgm:pt modelId="{C9C779A1-9BC8-344C-8728-45B9F9E3BAE6}" type="pres">
      <dgm:prSet presAssocID="{6A89E4B3-C863-400F-BBDF-FBD557CCCA21}" presName="parentLin" presStyleCnt="0"/>
      <dgm:spPr/>
    </dgm:pt>
    <dgm:pt modelId="{A2CA76C1-B199-FB45-91CC-DD6D74BA1784}" type="pres">
      <dgm:prSet presAssocID="{6A89E4B3-C863-400F-BBDF-FBD557CCCA21}" presName="parentLeftMargin" presStyleLbl="node1" presStyleIdx="3" presStyleCnt="5"/>
      <dgm:spPr/>
    </dgm:pt>
    <dgm:pt modelId="{747A7444-C94F-3D41-8877-E4730C65E77D}" type="pres">
      <dgm:prSet presAssocID="{6A89E4B3-C863-400F-BBDF-FBD557CCCA2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8F383E6-072A-B04F-BE78-6F68DA30A1AB}" type="pres">
      <dgm:prSet presAssocID="{6A89E4B3-C863-400F-BBDF-FBD557CCCA21}" presName="negativeSpace" presStyleCnt="0"/>
      <dgm:spPr/>
    </dgm:pt>
    <dgm:pt modelId="{20CEB79B-8D3B-7A41-B240-C91B2DA9CC24}" type="pres">
      <dgm:prSet presAssocID="{6A89E4B3-C863-400F-BBDF-FBD557CCCA2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E87BE3A-7E80-9C4E-B39A-C3C7C8EF53C4}" type="presOf" srcId="{5013C0CB-7FA8-40A7-9C2E-3BC64A813BE9}" destId="{20CEB79B-8D3B-7A41-B240-C91B2DA9CC24}" srcOrd="0" destOrd="5" presId="urn:microsoft.com/office/officeart/2005/8/layout/list1"/>
    <dgm:cxn modelId="{7C5F2F3C-79C1-4D71-BB61-F1B7DE4AB9B3}" srcId="{6A89E4B3-C863-400F-BBDF-FBD557CCCA21}" destId="{A56D3A2C-1B5D-4A3A-B7F5-47A3C5091A12}" srcOrd="1" destOrd="0" parTransId="{7D9AA7F4-446A-488C-AFCA-6C53161FB223}" sibTransId="{95170FE3-D5FC-4C57-BE10-C57A79C02974}"/>
    <dgm:cxn modelId="{1127504A-3CB3-DB49-AE4E-87DF577B8814}" type="presOf" srcId="{11E0FE8C-5383-41EF-80AB-629D7D71526F}" destId="{7E850551-D3A3-A642-8D94-C42E256143C9}" srcOrd="1" destOrd="0" presId="urn:microsoft.com/office/officeart/2005/8/layout/list1"/>
    <dgm:cxn modelId="{C7992A4E-C009-4361-B5BE-DF2C85130EFF}" srcId="{0D513FF5-C92A-4057-B20E-406801BD04B0}" destId="{11E0FE8C-5383-41EF-80AB-629D7D71526F}" srcOrd="1" destOrd="0" parTransId="{9B6E2CC9-450F-4F1D-AA1B-4007AD3C2B14}" sibTransId="{535D2684-BA16-4044-A692-BA5A9BB71F10}"/>
    <dgm:cxn modelId="{68EDB455-7E27-A246-BE4F-B478CCDBE5E9}" type="presOf" srcId="{F799DD4D-A92B-4D16-BE43-AD0360144C43}" destId="{E43F6DB3-9798-B54C-BEF2-737B61A78A5D}" srcOrd="1" destOrd="0" presId="urn:microsoft.com/office/officeart/2005/8/layout/list1"/>
    <dgm:cxn modelId="{1D730456-DA28-40FC-BEF8-873438B9DC6C}" srcId="{6A89E4B3-C863-400F-BBDF-FBD557CCCA21}" destId="{397A7CD0-41CF-4FF8-83A6-2F5FF8DF47A8}" srcOrd="0" destOrd="0" parTransId="{19B88644-9409-4B1D-96AB-A356DFC9D8BB}" sibTransId="{70E4DC45-4B5B-427F-AB1B-AD82E773EE52}"/>
    <dgm:cxn modelId="{5C2DE458-079F-1147-8258-2087AF2D4697}" type="presOf" srcId="{11E0FE8C-5383-41EF-80AB-629D7D71526F}" destId="{00551363-740A-F544-816D-FA23209B3912}" srcOrd="0" destOrd="0" presId="urn:microsoft.com/office/officeart/2005/8/layout/list1"/>
    <dgm:cxn modelId="{F3CC306A-F49B-4C71-A970-F22D28029DF8}" srcId="{6A89E4B3-C863-400F-BBDF-FBD557CCCA21}" destId="{A6CE1DE2-2520-40C6-B6C4-6A260130EEC8}" srcOrd="2" destOrd="0" parTransId="{0C27F580-9C56-4E06-B26C-5DB7DCE8E2D5}" sibTransId="{D23851B1-D4B5-4AE4-85B3-3A297D6ACE68}"/>
    <dgm:cxn modelId="{6B5FF56A-E03A-814A-99AD-CBF3B16A7525}" type="presOf" srcId="{A6CE1DE2-2520-40C6-B6C4-6A260130EEC8}" destId="{20CEB79B-8D3B-7A41-B240-C91B2DA9CC24}" srcOrd="0" destOrd="4" presId="urn:microsoft.com/office/officeart/2005/8/layout/list1"/>
    <dgm:cxn modelId="{837B8B6E-9A49-FB45-B562-2AA02C07FA5D}" type="presOf" srcId="{C628D2A8-19AE-41A3-9CC7-316589602236}" destId="{C65B8637-A6F0-174B-9BF1-1B1A2D5A6161}" srcOrd="1" destOrd="0" presId="urn:microsoft.com/office/officeart/2005/8/layout/list1"/>
    <dgm:cxn modelId="{8C2DBB70-1E17-F24E-AD00-B49C38767B56}" type="presOf" srcId="{C628D2A8-19AE-41A3-9CC7-316589602236}" destId="{16890D58-E440-D54A-A70B-DC19A9000E54}" srcOrd="0" destOrd="0" presId="urn:microsoft.com/office/officeart/2005/8/layout/list1"/>
    <dgm:cxn modelId="{2D96DF72-722D-714C-93F7-5FFDE7D51F4F}" type="presOf" srcId="{0D513FF5-C92A-4057-B20E-406801BD04B0}" destId="{F5A4A3CD-9646-0944-9CFB-08DF6C54F8BF}" srcOrd="0" destOrd="0" presId="urn:microsoft.com/office/officeart/2005/8/layout/list1"/>
    <dgm:cxn modelId="{E7ECAD86-E98D-6C47-8D34-A1312F1B86D9}" type="presOf" srcId="{1C88BEC6-1E8F-4F07-A947-8AE7C68651E9}" destId="{BAEF6B8C-2570-014E-8A4E-72A98AD4534E}" srcOrd="0" destOrd="0" presId="urn:microsoft.com/office/officeart/2005/8/layout/list1"/>
    <dgm:cxn modelId="{7402AF96-E2AB-5642-B3C7-9A4B5A29F6B7}" type="presOf" srcId="{FD8D8805-4D95-4B49-A9C9-5E1574BD13E1}" destId="{20CEB79B-8D3B-7A41-B240-C91B2DA9CC24}" srcOrd="0" destOrd="3" presId="urn:microsoft.com/office/officeart/2005/8/layout/list1"/>
    <dgm:cxn modelId="{856852A8-8629-478C-84EC-1D0FEDC8C8BB}" srcId="{0D513FF5-C92A-4057-B20E-406801BD04B0}" destId="{1C88BEC6-1E8F-4F07-A947-8AE7C68651E9}" srcOrd="3" destOrd="0" parTransId="{30126571-5926-46BF-B167-4456F6AFBFC4}" sibTransId="{BFE1D76F-627F-4E94-B6A1-5DA903C93F32}"/>
    <dgm:cxn modelId="{12CD6FAC-E578-AA44-9F9A-FA0963AE0ACF}" type="presOf" srcId="{6A89E4B3-C863-400F-BBDF-FBD557CCCA21}" destId="{747A7444-C94F-3D41-8877-E4730C65E77D}" srcOrd="1" destOrd="0" presId="urn:microsoft.com/office/officeart/2005/8/layout/list1"/>
    <dgm:cxn modelId="{5D5039B1-0680-D54E-9BC7-831660FE220F}" type="presOf" srcId="{16D81E2B-0B80-49D5-B8BA-F48B8A03D297}" destId="{20CEB79B-8D3B-7A41-B240-C91B2DA9CC24}" srcOrd="0" destOrd="1" presId="urn:microsoft.com/office/officeart/2005/8/layout/list1"/>
    <dgm:cxn modelId="{F84DECB2-4959-4463-83E8-C8014D053952}" srcId="{0D513FF5-C92A-4057-B20E-406801BD04B0}" destId="{6A89E4B3-C863-400F-BBDF-FBD557CCCA21}" srcOrd="4" destOrd="0" parTransId="{D690454D-32F3-4F33-821F-B30B84C218C6}" sibTransId="{3567651F-392D-488D-8C41-8A52D1074FC5}"/>
    <dgm:cxn modelId="{750A4CC0-BAD0-449C-AC6B-D84B7415B57F}" srcId="{0D513FF5-C92A-4057-B20E-406801BD04B0}" destId="{C628D2A8-19AE-41A3-9CC7-316589602236}" srcOrd="0" destOrd="0" parTransId="{75B75788-C7BA-4953-984B-7C23C997B857}" sibTransId="{C93160F0-E5C9-4345-AA20-054BB176E0EC}"/>
    <dgm:cxn modelId="{3EB1AEC5-D8AB-EA47-99B3-5135ADEC4F05}" type="presOf" srcId="{A56D3A2C-1B5D-4A3A-B7F5-47A3C5091A12}" destId="{20CEB79B-8D3B-7A41-B240-C91B2DA9CC24}" srcOrd="0" destOrd="2" presId="urn:microsoft.com/office/officeart/2005/8/layout/list1"/>
    <dgm:cxn modelId="{C545B6C9-4ADE-4DF9-A184-BC60D239EA86}" srcId="{397A7CD0-41CF-4FF8-83A6-2F5FF8DF47A8}" destId="{16D81E2B-0B80-49D5-B8BA-F48B8A03D297}" srcOrd="0" destOrd="0" parTransId="{F0DB9D5A-B466-49A7-BEE5-DCBF5A9F462D}" sibTransId="{6CC211AB-69AA-4EE1-939C-4BA623519176}"/>
    <dgm:cxn modelId="{048746D7-7FA8-694F-A45F-111CE337A378}" type="presOf" srcId="{F799DD4D-A92B-4D16-BE43-AD0360144C43}" destId="{B77E08B5-74FB-6E4C-AB6E-B0B3B5180924}" srcOrd="0" destOrd="0" presId="urn:microsoft.com/office/officeart/2005/8/layout/list1"/>
    <dgm:cxn modelId="{3577BED9-5A2A-324A-BA1F-1F6BD10BB0FE}" type="presOf" srcId="{397A7CD0-41CF-4FF8-83A6-2F5FF8DF47A8}" destId="{20CEB79B-8D3B-7A41-B240-C91B2DA9CC24}" srcOrd="0" destOrd="0" presId="urn:microsoft.com/office/officeart/2005/8/layout/list1"/>
    <dgm:cxn modelId="{21D85CDB-EEE7-F340-8D10-7AEBA6CF7718}" type="presOf" srcId="{1C88BEC6-1E8F-4F07-A947-8AE7C68651E9}" destId="{9D2623D3-EC0F-074D-B8B4-D44715E2DCE0}" srcOrd="1" destOrd="0" presId="urn:microsoft.com/office/officeart/2005/8/layout/list1"/>
    <dgm:cxn modelId="{4380DDDB-461C-4B24-85A0-2CA5D59DCD97}" srcId="{A56D3A2C-1B5D-4A3A-B7F5-47A3C5091A12}" destId="{FD8D8805-4D95-4B49-A9C9-5E1574BD13E1}" srcOrd="0" destOrd="0" parTransId="{D4F5F9B8-348D-4779-BF5B-51C55747160B}" sibTransId="{9995A811-D05D-4B07-988A-75851E700EC7}"/>
    <dgm:cxn modelId="{A6A542E3-EA37-234A-8068-3CD63BBB6D93}" type="presOf" srcId="{6A89E4B3-C863-400F-BBDF-FBD557CCCA21}" destId="{A2CA76C1-B199-FB45-91CC-DD6D74BA1784}" srcOrd="0" destOrd="0" presId="urn:microsoft.com/office/officeart/2005/8/layout/list1"/>
    <dgm:cxn modelId="{701B77E9-D985-4C3B-8176-3C2348231E69}" srcId="{A6CE1DE2-2520-40C6-B6C4-6A260130EEC8}" destId="{5013C0CB-7FA8-40A7-9C2E-3BC64A813BE9}" srcOrd="0" destOrd="0" parTransId="{34150C0E-AC44-4A99-ADD9-6AF1A75F7D22}" sibTransId="{C85A260B-87AC-4FC6-A6F7-9FD72A301B09}"/>
    <dgm:cxn modelId="{5B04EEF1-AAF8-490D-8AF2-F2348C1B83FE}" srcId="{0D513FF5-C92A-4057-B20E-406801BD04B0}" destId="{F799DD4D-A92B-4D16-BE43-AD0360144C43}" srcOrd="2" destOrd="0" parTransId="{C2E8D6E2-0D3B-4EC2-9AEB-C4610F47AAAF}" sibTransId="{D78574FD-7115-415E-AD7C-BEE22BD2BFFC}"/>
    <dgm:cxn modelId="{2AB843EE-82BF-ED46-B944-99A1661DA1DF}" type="presParOf" srcId="{F5A4A3CD-9646-0944-9CFB-08DF6C54F8BF}" destId="{FD0F4D17-EE9F-1F4E-A366-5C6F284060CE}" srcOrd="0" destOrd="0" presId="urn:microsoft.com/office/officeart/2005/8/layout/list1"/>
    <dgm:cxn modelId="{1C418A05-A548-D64E-9E9A-A9980FA1EA86}" type="presParOf" srcId="{FD0F4D17-EE9F-1F4E-A366-5C6F284060CE}" destId="{16890D58-E440-D54A-A70B-DC19A9000E54}" srcOrd="0" destOrd="0" presId="urn:microsoft.com/office/officeart/2005/8/layout/list1"/>
    <dgm:cxn modelId="{1D969937-A85E-DD4C-BED8-B0B7032BB931}" type="presParOf" srcId="{FD0F4D17-EE9F-1F4E-A366-5C6F284060CE}" destId="{C65B8637-A6F0-174B-9BF1-1B1A2D5A6161}" srcOrd="1" destOrd="0" presId="urn:microsoft.com/office/officeart/2005/8/layout/list1"/>
    <dgm:cxn modelId="{1DBA7806-5C43-584A-B653-FD8442418A17}" type="presParOf" srcId="{F5A4A3CD-9646-0944-9CFB-08DF6C54F8BF}" destId="{6AC84D8F-72AE-7445-8248-1B567FD181E5}" srcOrd="1" destOrd="0" presId="urn:microsoft.com/office/officeart/2005/8/layout/list1"/>
    <dgm:cxn modelId="{8E78F270-7400-CE4B-827B-F35DA6E5C86E}" type="presParOf" srcId="{F5A4A3CD-9646-0944-9CFB-08DF6C54F8BF}" destId="{EE1C8B98-EBCD-0C41-BA30-5C92364B755F}" srcOrd="2" destOrd="0" presId="urn:microsoft.com/office/officeart/2005/8/layout/list1"/>
    <dgm:cxn modelId="{C3B10525-3C28-C740-8E72-0B37BC1E0AF2}" type="presParOf" srcId="{F5A4A3CD-9646-0944-9CFB-08DF6C54F8BF}" destId="{5FA4FDC4-E8ED-0349-868B-D687B057D6DE}" srcOrd="3" destOrd="0" presId="urn:microsoft.com/office/officeart/2005/8/layout/list1"/>
    <dgm:cxn modelId="{6AE3F81E-A3BD-D047-8BB2-19727E318D24}" type="presParOf" srcId="{F5A4A3CD-9646-0944-9CFB-08DF6C54F8BF}" destId="{B2EC1947-90E3-4C44-B508-41039731FDC4}" srcOrd="4" destOrd="0" presId="urn:microsoft.com/office/officeart/2005/8/layout/list1"/>
    <dgm:cxn modelId="{6FC32260-0FA9-AF45-9869-8F21A0972C89}" type="presParOf" srcId="{B2EC1947-90E3-4C44-B508-41039731FDC4}" destId="{00551363-740A-F544-816D-FA23209B3912}" srcOrd="0" destOrd="0" presId="urn:microsoft.com/office/officeart/2005/8/layout/list1"/>
    <dgm:cxn modelId="{ABC99B3C-5979-C646-AB8D-7A331B12380A}" type="presParOf" srcId="{B2EC1947-90E3-4C44-B508-41039731FDC4}" destId="{7E850551-D3A3-A642-8D94-C42E256143C9}" srcOrd="1" destOrd="0" presId="urn:microsoft.com/office/officeart/2005/8/layout/list1"/>
    <dgm:cxn modelId="{9DA37D78-4317-A74C-821B-44A5942053CD}" type="presParOf" srcId="{F5A4A3CD-9646-0944-9CFB-08DF6C54F8BF}" destId="{A387308A-EC57-DB47-BF1B-EB9BFB0258CC}" srcOrd="5" destOrd="0" presId="urn:microsoft.com/office/officeart/2005/8/layout/list1"/>
    <dgm:cxn modelId="{2DE44790-2786-774C-9719-6582852A13F6}" type="presParOf" srcId="{F5A4A3CD-9646-0944-9CFB-08DF6C54F8BF}" destId="{01A16FC0-65BC-C648-9494-28B7B8A89CA7}" srcOrd="6" destOrd="0" presId="urn:microsoft.com/office/officeart/2005/8/layout/list1"/>
    <dgm:cxn modelId="{2D37D1E7-8915-914E-91DD-55BF0B177EFA}" type="presParOf" srcId="{F5A4A3CD-9646-0944-9CFB-08DF6C54F8BF}" destId="{6893E2C1-9F97-484B-B1F9-D0AE1A910CA2}" srcOrd="7" destOrd="0" presId="urn:microsoft.com/office/officeart/2005/8/layout/list1"/>
    <dgm:cxn modelId="{B13784B8-B27E-854D-8844-270D7ADAA812}" type="presParOf" srcId="{F5A4A3CD-9646-0944-9CFB-08DF6C54F8BF}" destId="{60D8C02D-2B05-2D47-A0A4-5921F9B80B65}" srcOrd="8" destOrd="0" presId="urn:microsoft.com/office/officeart/2005/8/layout/list1"/>
    <dgm:cxn modelId="{FB390CE8-8AC4-1A49-93C8-6D6BBD79E968}" type="presParOf" srcId="{60D8C02D-2B05-2D47-A0A4-5921F9B80B65}" destId="{B77E08B5-74FB-6E4C-AB6E-B0B3B5180924}" srcOrd="0" destOrd="0" presId="urn:microsoft.com/office/officeart/2005/8/layout/list1"/>
    <dgm:cxn modelId="{8BEB3738-4A31-744A-9B0A-45FF8AF4FE02}" type="presParOf" srcId="{60D8C02D-2B05-2D47-A0A4-5921F9B80B65}" destId="{E43F6DB3-9798-B54C-BEF2-737B61A78A5D}" srcOrd="1" destOrd="0" presId="urn:microsoft.com/office/officeart/2005/8/layout/list1"/>
    <dgm:cxn modelId="{C45F6ACF-2DC6-B341-9FA9-0DEE640AD1A8}" type="presParOf" srcId="{F5A4A3CD-9646-0944-9CFB-08DF6C54F8BF}" destId="{7F3E5DD5-0E6C-DC42-939B-150B6D538A03}" srcOrd="9" destOrd="0" presId="urn:microsoft.com/office/officeart/2005/8/layout/list1"/>
    <dgm:cxn modelId="{892FE88F-D218-6544-82CB-987150951378}" type="presParOf" srcId="{F5A4A3CD-9646-0944-9CFB-08DF6C54F8BF}" destId="{43395006-6BC9-EF4B-A274-86F4D6CDCBAB}" srcOrd="10" destOrd="0" presId="urn:microsoft.com/office/officeart/2005/8/layout/list1"/>
    <dgm:cxn modelId="{0F4BC630-C1FC-E84B-A193-B7392F679AA1}" type="presParOf" srcId="{F5A4A3CD-9646-0944-9CFB-08DF6C54F8BF}" destId="{B5E8D0F4-50C4-8D4F-B8DE-E253C26FCAE6}" srcOrd="11" destOrd="0" presId="urn:microsoft.com/office/officeart/2005/8/layout/list1"/>
    <dgm:cxn modelId="{CD8CFBBA-1C64-064D-9359-A799A67147F7}" type="presParOf" srcId="{F5A4A3CD-9646-0944-9CFB-08DF6C54F8BF}" destId="{502B101B-816B-8A49-A074-233EA5DD0B52}" srcOrd="12" destOrd="0" presId="urn:microsoft.com/office/officeart/2005/8/layout/list1"/>
    <dgm:cxn modelId="{DDD67463-9F45-5D4D-BCB6-6961397B52E1}" type="presParOf" srcId="{502B101B-816B-8A49-A074-233EA5DD0B52}" destId="{BAEF6B8C-2570-014E-8A4E-72A98AD4534E}" srcOrd="0" destOrd="0" presId="urn:microsoft.com/office/officeart/2005/8/layout/list1"/>
    <dgm:cxn modelId="{0544CB63-E613-C340-A322-A0658E01AD85}" type="presParOf" srcId="{502B101B-816B-8A49-A074-233EA5DD0B52}" destId="{9D2623D3-EC0F-074D-B8B4-D44715E2DCE0}" srcOrd="1" destOrd="0" presId="urn:microsoft.com/office/officeart/2005/8/layout/list1"/>
    <dgm:cxn modelId="{C00F40EE-AE7F-4C4F-9E2D-2F2BA21E9DDA}" type="presParOf" srcId="{F5A4A3CD-9646-0944-9CFB-08DF6C54F8BF}" destId="{7787F865-74EE-6644-B649-7E885D22A9CB}" srcOrd="13" destOrd="0" presId="urn:microsoft.com/office/officeart/2005/8/layout/list1"/>
    <dgm:cxn modelId="{DD20D0AC-94AA-1841-9F58-08BBF0E64E8F}" type="presParOf" srcId="{F5A4A3CD-9646-0944-9CFB-08DF6C54F8BF}" destId="{07D068E2-2F2F-9041-BD0B-C06D131E34CA}" srcOrd="14" destOrd="0" presId="urn:microsoft.com/office/officeart/2005/8/layout/list1"/>
    <dgm:cxn modelId="{265FC76B-C4F4-D043-BC16-BC29E970243F}" type="presParOf" srcId="{F5A4A3CD-9646-0944-9CFB-08DF6C54F8BF}" destId="{88FB1441-6216-DE42-B8CB-3DFE30198F0B}" srcOrd="15" destOrd="0" presId="urn:microsoft.com/office/officeart/2005/8/layout/list1"/>
    <dgm:cxn modelId="{4F1B2494-49AF-8E47-B839-5181241AF87C}" type="presParOf" srcId="{F5A4A3CD-9646-0944-9CFB-08DF6C54F8BF}" destId="{C9C779A1-9BC8-344C-8728-45B9F9E3BAE6}" srcOrd="16" destOrd="0" presId="urn:microsoft.com/office/officeart/2005/8/layout/list1"/>
    <dgm:cxn modelId="{C5D4B87F-1C02-7A49-90CB-8A37CE1BEEB0}" type="presParOf" srcId="{C9C779A1-9BC8-344C-8728-45B9F9E3BAE6}" destId="{A2CA76C1-B199-FB45-91CC-DD6D74BA1784}" srcOrd="0" destOrd="0" presId="urn:microsoft.com/office/officeart/2005/8/layout/list1"/>
    <dgm:cxn modelId="{C76A38DA-1F68-A642-A06A-448EA33AD4B0}" type="presParOf" srcId="{C9C779A1-9BC8-344C-8728-45B9F9E3BAE6}" destId="{747A7444-C94F-3D41-8877-E4730C65E77D}" srcOrd="1" destOrd="0" presId="urn:microsoft.com/office/officeart/2005/8/layout/list1"/>
    <dgm:cxn modelId="{95F72048-8D5B-1647-954B-A1D0AA3A5082}" type="presParOf" srcId="{F5A4A3CD-9646-0944-9CFB-08DF6C54F8BF}" destId="{58F383E6-072A-B04F-BE78-6F68DA30A1AB}" srcOrd="17" destOrd="0" presId="urn:microsoft.com/office/officeart/2005/8/layout/list1"/>
    <dgm:cxn modelId="{899A79F7-AA4B-D544-8E16-5A1A9D8EF1DA}" type="presParOf" srcId="{F5A4A3CD-9646-0944-9CFB-08DF6C54F8BF}" destId="{20CEB79B-8D3B-7A41-B240-C91B2DA9CC2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DB5B39-215A-41C2-A121-052E245B2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5C1C7B-6519-4C04-9766-A2C4FAAB0A8A}">
      <dgm:prSet/>
      <dgm:spPr/>
      <dgm:t>
        <a:bodyPr/>
        <a:lstStyle/>
        <a:p>
          <a:r>
            <a:rPr lang="en-US" b="1"/>
            <a:t>Proposed Improvements</a:t>
          </a:r>
          <a:endParaRPr lang="en-US"/>
        </a:p>
      </dgm:t>
    </dgm:pt>
    <dgm:pt modelId="{4B061483-0420-4E42-B48D-F949F48024E3}" type="parTrans" cxnId="{62131878-6F07-4028-95C7-9ACD056294C9}">
      <dgm:prSet/>
      <dgm:spPr/>
      <dgm:t>
        <a:bodyPr/>
        <a:lstStyle/>
        <a:p>
          <a:endParaRPr lang="en-US"/>
        </a:p>
      </dgm:t>
    </dgm:pt>
    <dgm:pt modelId="{BF89A3D5-9843-4C16-987D-AA356E33D777}" type="sibTrans" cxnId="{62131878-6F07-4028-95C7-9ACD056294C9}">
      <dgm:prSet/>
      <dgm:spPr/>
      <dgm:t>
        <a:bodyPr/>
        <a:lstStyle/>
        <a:p>
          <a:endParaRPr lang="en-US"/>
        </a:p>
      </dgm:t>
    </dgm:pt>
    <dgm:pt modelId="{384A5368-5D8C-4372-AC72-86D43205BCB6}">
      <dgm:prSet/>
      <dgm:spPr/>
      <dgm:t>
        <a:bodyPr/>
        <a:lstStyle/>
        <a:p>
          <a:r>
            <a:rPr lang="en-US"/>
            <a:t>Offline music playback support.</a:t>
          </a:r>
        </a:p>
      </dgm:t>
    </dgm:pt>
    <dgm:pt modelId="{288F8A27-8F34-4751-94B6-29E230D655F4}" type="parTrans" cxnId="{42B2E2E0-A6EA-4A66-B76F-7412C891EB3E}">
      <dgm:prSet/>
      <dgm:spPr/>
      <dgm:t>
        <a:bodyPr/>
        <a:lstStyle/>
        <a:p>
          <a:endParaRPr lang="en-US"/>
        </a:p>
      </dgm:t>
    </dgm:pt>
    <dgm:pt modelId="{D1770C47-F340-4185-90F2-697950124FB5}" type="sibTrans" cxnId="{42B2E2E0-A6EA-4A66-B76F-7412C891EB3E}">
      <dgm:prSet/>
      <dgm:spPr/>
      <dgm:t>
        <a:bodyPr/>
        <a:lstStyle/>
        <a:p>
          <a:endParaRPr lang="en-US"/>
        </a:p>
      </dgm:t>
    </dgm:pt>
    <dgm:pt modelId="{4BAC9F25-481A-4738-9709-DFA0DC2C947F}">
      <dgm:prSet/>
      <dgm:spPr/>
      <dgm:t>
        <a:bodyPr/>
        <a:lstStyle/>
        <a:p>
          <a:r>
            <a:rPr lang="en-US"/>
            <a:t>Enhanced playlist management features.</a:t>
          </a:r>
        </a:p>
      </dgm:t>
    </dgm:pt>
    <dgm:pt modelId="{57F57116-77A5-4D7E-8519-1E3E19F03CDF}" type="parTrans" cxnId="{E3C22551-0842-4BA3-9215-1D3FD36CB91C}">
      <dgm:prSet/>
      <dgm:spPr/>
      <dgm:t>
        <a:bodyPr/>
        <a:lstStyle/>
        <a:p>
          <a:endParaRPr lang="en-US"/>
        </a:p>
      </dgm:t>
    </dgm:pt>
    <dgm:pt modelId="{0A77F96A-8203-4CE7-BA7A-10089908A366}" type="sibTrans" cxnId="{E3C22551-0842-4BA3-9215-1D3FD36CB91C}">
      <dgm:prSet/>
      <dgm:spPr/>
      <dgm:t>
        <a:bodyPr/>
        <a:lstStyle/>
        <a:p>
          <a:endParaRPr lang="en-US"/>
        </a:p>
      </dgm:t>
    </dgm:pt>
    <dgm:pt modelId="{9E050C19-13BC-4AC1-BCDF-DEAFC7C41D35}">
      <dgm:prSet/>
      <dgm:spPr/>
      <dgm:t>
        <a:bodyPr/>
        <a:lstStyle/>
        <a:p>
          <a:r>
            <a:rPr lang="en-US"/>
            <a:t>Multi-language support.</a:t>
          </a:r>
        </a:p>
      </dgm:t>
    </dgm:pt>
    <dgm:pt modelId="{3584AC64-CFF7-4069-BCBC-03B6FC62DB2D}" type="parTrans" cxnId="{1D25BFE4-E7B8-4450-BE87-76E30413D7D9}">
      <dgm:prSet/>
      <dgm:spPr/>
      <dgm:t>
        <a:bodyPr/>
        <a:lstStyle/>
        <a:p>
          <a:endParaRPr lang="en-US"/>
        </a:p>
      </dgm:t>
    </dgm:pt>
    <dgm:pt modelId="{F050C164-C878-4171-954C-8F7CEBFDA788}" type="sibTrans" cxnId="{1D25BFE4-E7B8-4450-BE87-76E30413D7D9}">
      <dgm:prSet/>
      <dgm:spPr/>
      <dgm:t>
        <a:bodyPr/>
        <a:lstStyle/>
        <a:p>
          <a:endParaRPr lang="en-US"/>
        </a:p>
      </dgm:t>
    </dgm:pt>
    <dgm:pt modelId="{12FBE9BE-2499-4443-AEA8-F0F56E37D587}">
      <dgm:prSet/>
      <dgm:spPr/>
      <dgm:t>
        <a:bodyPr/>
        <a:lstStyle/>
        <a:p>
          <a:r>
            <a:rPr lang="en-US" b="1"/>
            <a:t>Roadmap</a:t>
          </a:r>
          <a:endParaRPr lang="en-US"/>
        </a:p>
      </dgm:t>
    </dgm:pt>
    <dgm:pt modelId="{FD59F752-6F34-4656-8E09-05A5D72B3790}" type="parTrans" cxnId="{16772556-7E0E-4C99-8CB5-F62EC31148B8}">
      <dgm:prSet/>
      <dgm:spPr/>
      <dgm:t>
        <a:bodyPr/>
        <a:lstStyle/>
        <a:p>
          <a:endParaRPr lang="en-US"/>
        </a:p>
      </dgm:t>
    </dgm:pt>
    <dgm:pt modelId="{ECD1FF24-9CCC-4471-91A2-B47E3831C91E}" type="sibTrans" cxnId="{16772556-7E0E-4C99-8CB5-F62EC31148B8}">
      <dgm:prSet/>
      <dgm:spPr/>
      <dgm:t>
        <a:bodyPr/>
        <a:lstStyle/>
        <a:p>
          <a:endParaRPr lang="en-US"/>
        </a:p>
      </dgm:t>
    </dgm:pt>
    <dgm:pt modelId="{4EA63EE8-0B05-4F86-8705-7C433184E9E5}">
      <dgm:prSet/>
      <dgm:spPr/>
      <dgm:t>
        <a:bodyPr/>
        <a:lstStyle/>
        <a:p>
          <a:r>
            <a:rPr lang="en-US"/>
            <a:t>Q1 2025: Implement offline mode.</a:t>
          </a:r>
        </a:p>
      </dgm:t>
    </dgm:pt>
    <dgm:pt modelId="{58C25981-6B77-467B-8B4E-BBA3316BEC41}" type="parTrans" cxnId="{15F8C3E9-F12C-4F43-95F3-C8A3382D2FA1}">
      <dgm:prSet/>
      <dgm:spPr/>
      <dgm:t>
        <a:bodyPr/>
        <a:lstStyle/>
        <a:p>
          <a:endParaRPr lang="en-US"/>
        </a:p>
      </dgm:t>
    </dgm:pt>
    <dgm:pt modelId="{182789EA-CC63-418D-A2C5-89AA5B5D6208}" type="sibTrans" cxnId="{15F8C3E9-F12C-4F43-95F3-C8A3382D2FA1}">
      <dgm:prSet/>
      <dgm:spPr/>
      <dgm:t>
        <a:bodyPr/>
        <a:lstStyle/>
        <a:p>
          <a:endParaRPr lang="en-US"/>
        </a:p>
      </dgm:t>
    </dgm:pt>
    <dgm:pt modelId="{4BCB821F-C670-4908-8CD0-E2DAB6F10AB3}">
      <dgm:prSet/>
      <dgm:spPr/>
      <dgm:t>
        <a:bodyPr/>
        <a:lstStyle/>
        <a:p>
          <a:r>
            <a:rPr lang="en-US"/>
            <a:t>Q2 2025: Add multi-language support.</a:t>
          </a:r>
        </a:p>
      </dgm:t>
    </dgm:pt>
    <dgm:pt modelId="{DA471029-254A-4E82-AEF8-82980103187C}" type="parTrans" cxnId="{D3624922-13F9-4239-941F-96D812BFE69F}">
      <dgm:prSet/>
      <dgm:spPr/>
      <dgm:t>
        <a:bodyPr/>
        <a:lstStyle/>
        <a:p>
          <a:endParaRPr lang="en-US"/>
        </a:p>
      </dgm:t>
    </dgm:pt>
    <dgm:pt modelId="{E06942C6-E025-4312-B25C-0EAC72B53F4A}" type="sibTrans" cxnId="{D3624922-13F9-4239-941F-96D812BFE69F}">
      <dgm:prSet/>
      <dgm:spPr/>
      <dgm:t>
        <a:bodyPr/>
        <a:lstStyle/>
        <a:p>
          <a:endParaRPr lang="en-US"/>
        </a:p>
      </dgm:t>
    </dgm:pt>
    <dgm:pt modelId="{94A57C6A-5471-4936-BB2E-CF76F472A00C}">
      <dgm:prSet/>
      <dgm:spPr/>
      <dgm:t>
        <a:bodyPr/>
        <a:lstStyle/>
        <a:p>
          <a:r>
            <a:rPr lang="en-US"/>
            <a:t>Q3 2025: Introduce user-driven playlists.</a:t>
          </a:r>
        </a:p>
      </dgm:t>
    </dgm:pt>
    <dgm:pt modelId="{BB8D2F72-D829-4B54-BF3E-80A5B30E4AF4}" type="parTrans" cxnId="{1F1D27DD-1980-41AC-A720-045D0F2EF6D1}">
      <dgm:prSet/>
      <dgm:spPr/>
      <dgm:t>
        <a:bodyPr/>
        <a:lstStyle/>
        <a:p>
          <a:endParaRPr lang="en-US"/>
        </a:p>
      </dgm:t>
    </dgm:pt>
    <dgm:pt modelId="{54FB537E-2099-4553-97E6-63A76A3E816B}" type="sibTrans" cxnId="{1F1D27DD-1980-41AC-A720-045D0F2EF6D1}">
      <dgm:prSet/>
      <dgm:spPr/>
      <dgm:t>
        <a:bodyPr/>
        <a:lstStyle/>
        <a:p>
          <a:endParaRPr lang="en-US"/>
        </a:p>
      </dgm:t>
    </dgm:pt>
    <dgm:pt modelId="{1C667E97-D28C-E64D-A0E7-6529FACE3AFB}" type="pres">
      <dgm:prSet presAssocID="{A2DB5B39-215A-41C2-A121-052E245B2C79}" presName="linear" presStyleCnt="0">
        <dgm:presLayoutVars>
          <dgm:animLvl val="lvl"/>
          <dgm:resizeHandles val="exact"/>
        </dgm:presLayoutVars>
      </dgm:prSet>
      <dgm:spPr/>
    </dgm:pt>
    <dgm:pt modelId="{2EDC627D-36E6-BC4C-9123-273EF28C55C3}" type="pres">
      <dgm:prSet presAssocID="{F95C1C7B-6519-4C04-9766-A2C4FAAB0A8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5FFEB5-CD60-FC47-9288-E7ED8F36EAC6}" type="pres">
      <dgm:prSet presAssocID="{F95C1C7B-6519-4C04-9766-A2C4FAAB0A8A}" presName="childText" presStyleLbl="revTx" presStyleIdx="0" presStyleCnt="2">
        <dgm:presLayoutVars>
          <dgm:bulletEnabled val="1"/>
        </dgm:presLayoutVars>
      </dgm:prSet>
      <dgm:spPr/>
    </dgm:pt>
    <dgm:pt modelId="{626E10E0-4460-8940-9BDF-C70E46D9BFEB}" type="pres">
      <dgm:prSet presAssocID="{12FBE9BE-2499-4443-AEA8-F0F56E37D58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6678F70-9BD0-3744-8968-6B746CF47DF2}" type="pres">
      <dgm:prSet presAssocID="{12FBE9BE-2499-4443-AEA8-F0F56E37D58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4F07E0F-38EB-0846-9D73-83B1B6EB7EDB}" type="presOf" srcId="{A2DB5B39-215A-41C2-A121-052E245B2C79}" destId="{1C667E97-D28C-E64D-A0E7-6529FACE3AFB}" srcOrd="0" destOrd="0" presId="urn:microsoft.com/office/officeart/2005/8/layout/vList2"/>
    <dgm:cxn modelId="{6B012F1C-1E32-2E43-9568-E5C7051FD49C}" type="presOf" srcId="{4EA63EE8-0B05-4F86-8705-7C433184E9E5}" destId="{96678F70-9BD0-3744-8968-6B746CF47DF2}" srcOrd="0" destOrd="0" presId="urn:microsoft.com/office/officeart/2005/8/layout/vList2"/>
    <dgm:cxn modelId="{D3624922-13F9-4239-941F-96D812BFE69F}" srcId="{12FBE9BE-2499-4443-AEA8-F0F56E37D587}" destId="{4BCB821F-C670-4908-8CD0-E2DAB6F10AB3}" srcOrd="1" destOrd="0" parTransId="{DA471029-254A-4E82-AEF8-82980103187C}" sibTransId="{E06942C6-E025-4312-B25C-0EAC72B53F4A}"/>
    <dgm:cxn modelId="{81B5312E-69E2-0940-8E80-37249251BC75}" type="presOf" srcId="{94A57C6A-5471-4936-BB2E-CF76F472A00C}" destId="{96678F70-9BD0-3744-8968-6B746CF47DF2}" srcOrd="0" destOrd="2" presId="urn:microsoft.com/office/officeart/2005/8/layout/vList2"/>
    <dgm:cxn modelId="{31481F3E-394C-4F44-BD4D-E14CC66B922F}" type="presOf" srcId="{9E050C19-13BC-4AC1-BCDF-DEAFC7C41D35}" destId="{805FFEB5-CD60-FC47-9288-E7ED8F36EAC6}" srcOrd="0" destOrd="2" presId="urn:microsoft.com/office/officeart/2005/8/layout/vList2"/>
    <dgm:cxn modelId="{E3C22551-0842-4BA3-9215-1D3FD36CB91C}" srcId="{F95C1C7B-6519-4C04-9766-A2C4FAAB0A8A}" destId="{4BAC9F25-481A-4738-9709-DFA0DC2C947F}" srcOrd="1" destOrd="0" parTransId="{57F57116-77A5-4D7E-8519-1E3E19F03CDF}" sibTransId="{0A77F96A-8203-4CE7-BA7A-10089908A366}"/>
    <dgm:cxn modelId="{16772556-7E0E-4C99-8CB5-F62EC31148B8}" srcId="{A2DB5B39-215A-41C2-A121-052E245B2C79}" destId="{12FBE9BE-2499-4443-AEA8-F0F56E37D587}" srcOrd="1" destOrd="0" parTransId="{FD59F752-6F34-4656-8E09-05A5D72B3790}" sibTransId="{ECD1FF24-9CCC-4471-91A2-B47E3831C91E}"/>
    <dgm:cxn modelId="{7528BA57-A8AA-674B-B112-11DE7BAFFE95}" type="presOf" srcId="{4BCB821F-C670-4908-8CD0-E2DAB6F10AB3}" destId="{96678F70-9BD0-3744-8968-6B746CF47DF2}" srcOrd="0" destOrd="1" presId="urn:microsoft.com/office/officeart/2005/8/layout/vList2"/>
    <dgm:cxn modelId="{5DE56077-4519-3842-AF6D-F057853319C5}" type="presOf" srcId="{12FBE9BE-2499-4443-AEA8-F0F56E37D587}" destId="{626E10E0-4460-8940-9BDF-C70E46D9BFEB}" srcOrd="0" destOrd="0" presId="urn:microsoft.com/office/officeart/2005/8/layout/vList2"/>
    <dgm:cxn modelId="{62131878-6F07-4028-95C7-9ACD056294C9}" srcId="{A2DB5B39-215A-41C2-A121-052E245B2C79}" destId="{F95C1C7B-6519-4C04-9766-A2C4FAAB0A8A}" srcOrd="0" destOrd="0" parTransId="{4B061483-0420-4E42-B48D-F949F48024E3}" sibTransId="{BF89A3D5-9843-4C16-987D-AA356E33D777}"/>
    <dgm:cxn modelId="{DF7CB87A-87D7-2943-91C1-C330834D48D4}" type="presOf" srcId="{F95C1C7B-6519-4C04-9766-A2C4FAAB0A8A}" destId="{2EDC627D-36E6-BC4C-9123-273EF28C55C3}" srcOrd="0" destOrd="0" presId="urn:microsoft.com/office/officeart/2005/8/layout/vList2"/>
    <dgm:cxn modelId="{062A4983-AC08-E24B-94A9-D9AC33328735}" type="presOf" srcId="{384A5368-5D8C-4372-AC72-86D43205BCB6}" destId="{805FFEB5-CD60-FC47-9288-E7ED8F36EAC6}" srcOrd="0" destOrd="0" presId="urn:microsoft.com/office/officeart/2005/8/layout/vList2"/>
    <dgm:cxn modelId="{09633CBC-6A53-A443-8118-A283F46DAC48}" type="presOf" srcId="{4BAC9F25-481A-4738-9709-DFA0DC2C947F}" destId="{805FFEB5-CD60-FC47-9288-E7ED8F36EAC6}" srcOrd="0" destOrd="1" presId="urn:microsoft.com/office/officeart/2005/8/layout/vList2"/>
    <dgm:cxn modelId="{1F1D27DD-1980-41AC-A720-045D0F2EF6D1}" srcId="{12FBE9BE-2499-4443-AEA8-F0F56E37D587}" destId="{94A57C6A-5471-4936-BB2E-CF76F472A00C}" srcOrd="2" destOrd="0" parTransId="{BB8D2F72-D829-4B54-BF3E-80A5B30E4AF4}" sibTransId="{54FB537E-2099-4553-97E6-63A76A3E816B}"/>
    <dgm:cxn modelId="{42B2E2E0-A6EA-4A66-B76F-7412C891EB3E}" srcId="{F95C1C7B-6519-4C04-9766-A2C4FAAB0A8A}" destId="{384A5368-5D8C-4372-AC72-86D43205BCB6}" srcOrd="0" destOrd="0" parTransId="{288F8A27-8F34-4751-94B6-29E230D655F4}" sibTransId="{D1770C47-F340-4185-90F2-697950124FB5}"/>
    <dgm:cxn modelId="{1D25BFE4-E7B8-4450-BE87-76E30413D7D9}" srcId="{F95C1C7B-6519-4C04-9766-A2C4FAAB0A8A}" destId="{9E050C19-13BC-4AC1-BCDF-DEAFC7C41D35}" srcOrd="2" destOrd="0" parTransId="{3584AC64-CFF7-4069-BCBC-03B6FC62DB2D}" sibTransId="{F050C164-C878-4171-954C-8F7CEBFDA788}"/>
    <dgm:cxn modelId="{15F8C3E9-F12C-4F43-95F3-C8A3382D2FA1}" srcId="{12FBE9BE-2499-4443-AEA8-F0F56E37D587}" destId="{4EA63EE8-0B05-4F86-8705-7C433184E9E5}" srcOrd="0" destOrd="0" parTransId="{58C25981-6B77-467B-8B4E-BBA3316BEC41}" sibTransId="{182789EA-CC63-418D-A2C5-89AA5B5D6208}"/>
    <dgm:cxn modelId="{A85C0D69-93A1-034A-A1A3-31AF08F0D4CE}" type="presParOf" srcId="{1C667E97-D28C-E64D-A0E7-6529FACE3AFB}" destId="{2EDC627D-36E6-BC4C-9123-273EF28C55C3}" srcOrd="0" destOrd="0" presId="urn:microsoft.com/office/officeart/2005/8/layout/vList2"/>
    <dgm:cxn modelId="{8A71CF15-C647-A146-A7DD-714BCF62F22E}" type="presParOf" srcId="{1C667E97-D28C-E64D-A0E7-6529FACE3AFB}" destId="{805FFEB5-CD60-FC47-9288-E7ED8F36EAC6}" srcOrd="1" destOrd="0" presId="urn:microsoft.com/office/officeart/2005/8/layout/vList2"/>
    <dgm:cxn modelId="{7468E564-F54D-A741-BC93-5C1D87B7B670}" type="presParOf" srcId="{1C667E97-D28C-E64D-A0E7-6529FACE3AFB}" destId="{626E10E0-4460-8940-9BDF-C70E46D9BFEB}" srcOrd="2" destOrd="0" presId="urn:microsoft.com/office/officeart/2005/8/layout/vList2"/>
    <dgm:cxn modelId="{4A95A439-EE6E-8042-8714-42601B382F78}" type="presParOf" srcId="{1C667E97-D28C-E64D-A0E7-6529FACE3AFB}" destId="{96678F70-9BD0-3744-8968-6B746CF47DF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174AA1-360B-45AD-89C2-480FC43D16C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B775969-D995-448A-AB3A-40D5A97F3168}">
      <dgm:prSet/>
      <dgm:spPr/>
      <dgm:t>
        <a:bodyPr/>
        <a:lstStyle/>
        <a:p>
          <a:r>
            <a:rPr lang="en-US" b="1"/>
            <a:t>References and Resources</a:t>
          </a:r>
          <a:endParaRPr lang="en-US"/>
        </a:p>
      </dgm:t>
    </dgm:pt>
    <dgm:pt modelId="{37215FDA-93E2-490C-8B50-34D929599F82}" type="parTrans" cxnId="{529EFFF1-3AE3-443A-85E5-BCD6AE5AAC73}">
      <dgm:prSet/>
      <dgm:spPr/>
      <dgm:t>
        <a:bodyPr/>
        <a:lstStyle/>
        <a:p>
          <a:endParaRPr lang="en-US"/>
        </a:p>
      </dgm:t>
    </dgm:pt>
    <dgm:pt modelId="{C422FF35-1310-4843-A0DD-EA8891E1BCA0}" type="sibTrans" cxnId="{529EFFF1-3AE3-443A-85E5-BCD6AE5AAC73}">
      <dgm:prSet/>
      <dgm:spPr/>
      <dgm:t>
        <a:bodyPr/>
        <a:lstStyle/>
        <a:p>
          <a:endParaRPr lang="en-US"/>
        </a:p>
      </dgm:t>
    </dgm:pt>
    <dgm:pt modelId="{AA471B7E-CCC0-441F-A50B-FFAE52824F5B}">
      <dgm:prSet/>
      <dgm:spPr/>
      <dgm:t>
        <a:bodyPr/>
        <a:lstStyle/>
        <a:p>
          <a:r>
            <a:rPr lang="en-US" dirty="0"/>
            <a:t>Firebase Documentation.</a:t>
          </a:r>
        </a:p>
      </dgm:t>
    </dgm:pt>
    <dgm:pt modelId="{1AEE0070-82A5-43DF-925D-60EE32582AD3}" type="parTrans" cxnId="{945A25EC-0CFA-4434-AA2A-2D6807165B0D}">
      <dgm:prSet/>
      <dgm:spPr/>
      <dgm:t>
        <a:bodyPr/>
        <a:lstStyle/>
        <a:p>
          <a:endParaRPr lang="en-US"/>
        </a:p>
      </dgm:t>
    </dgm:pt>
    <dgm:pt modelId="{596B376C-6A24-414A-A4DA-C96AC4016B9B}" type="sibTrans" cxnId="{945A25EC-0CFA-4434-AA2A-2D6807165B0D}">
      <dgm:prSet/>
      <dgm:spPr/>
      <dgm:t>
        <a:bodyPr/>
        <a:lstStyle/>
        <a:p>
          <a:endParaRPr lang="en-US"/>
        </a:p>
      </dgm:t>
    </dgm:pt>
    <dgm:pt modelId="{793AAF3E-E47A-4310-BCE7-8CD93F143431}">
      <dgm:prSet/>
      <dgm:spPr/>
      <dgm:t>
        <a:bodyPr/>
        <a:lstStyle/>
        <a:p>
          <a:r>
            <a:rPr lang="en-US"/>
            <a:t>Just Audio Plugin for Flutter.</a:t>
          </a:r>
        </a:p>
      </dgm:t>
    </dgm:pt>
    <dgm:pt modelId="{D323539D-977E-49CA-9FCB-AAA404E8BA08}" type="parTrans" cxnId="{83582850-75B7-475B-8992-4AF2234E6050}">
      <dgm:prSet/>
      <dgm:spPr/>
      <dgm:t>
        <a:bodyPr/>
        <a:lstStyle/>
        <a:p>
          <a:endParaRPr lang="en-US"/>
        </a:p>
      </dgm:t>
    </dgm:pt>
    <dgm:pt modelId="{3665D480-96DF-438F-B8F4-764892E66615}" type="sibTrans" cxnId="{83582850-75B7-475B-8992-4AF2234E6050}">
      <dgm:prSet/>
      <dgm:spPr/>
      <dgm:t>
        <a:bodyPr/>
        <a:lstStyle/>
        <a:p>
          <a:endParaRPr lang="en-US"/>
        </a:p>
      </dgm:t>
    </dgm:pt>
    <dgm:pt modelId="{5D615F29-4A2B-4777-A284-F2DB46D2C13A}">
      <dgm:prSet/>
      <dgm:spPr/>
      <dgm:t>
        <a:bodyPr/>
        <a:lstStyle/>
        <a:p>
          <a:r>
            <a:rPr lang="en-US" dirty="0"/>
            <a:t>Design inspiration from Spotify App.</a:t>
          </a:r>
        </a:p>
      </dgm:t>
    </dgm:pt>
    <dgm:pt modelId="{0BF87736-2268-4569-88AC-1EF745BF98A5}" type="parTrans" cxnId="{2C49D189-5195-4B9A-8324-C2742E8B5D90}">
      <dgm:prSet/>
      <dgm:spPr/>
      <dgm:t>
        <a:bodyPr/>
        <a:lstStyle/>
        <a:p>
          <a:endParaRPr lang="en-US"/>
        </a:p>
      </dgm:t>
    </dgm:pt>
    <dgm:pt modelId="{2177D680-53C2-4FD1-8142-B093FBB4B1D3}" type="sibTrans" cxnId="{2C49D189-5195-4B9A-8324-C2742E8B5D90}">
      <dgm:prSet/>
      <dgm:spPr/>
      <dgm:t>
        <a:bodyPr/>
        <a:lstStyle/>
        <a:p>
          <a:endParaRPr lang="en-US"/>
        </a:p>
      </dgm:t>
    </dgm:pt>
    <dgm:pt modelId="{F7544545-E39B-B241-9E7F-D7743C3EEB09}" type="pres">
      <dgm:prSet presAssocID="{9B174AA1-360B-45AD-89C2-480FC43D16C3}" presName="vert0" presStyleCnt="0">
        <dgm:presLayoutVars>
          <dgm:dir/>
          <dgm:animOne val="branch"/>
          <dgm:animLvl val="lvl"/>
        </dgm:presLayoutVars>
      </dgm:prSet>
      <dgm:spPr/>
    </dgm:pt>
    <dgm:pt modelId="{B42ECA0E-CF15-A848-95B0-C5F649B0FFF6}" type="pres">
      <dgm:prSet presAssocID="{8B775969-D995-448A-AB3A-40D5A97F3168}" presName="thickLine" presStyleLbl="alignNode1" presStyleIdx="0" presStyleCnt="4"/>
      <dgm:spPr/>
    </dgm:pt>
    <dgm:pt modelId="{236262C0-4C1C-9149-ADF2-3C5A6469C88F}" type="pres">
      <dgm:prSet presAssocID="{8B775969-D995-448A-AB3A-40D5A97F3168}" presName="horz1" presStyleCnt="0"/>
      <dgm:spPr/>
    </dgm:pt>
    <dgm:pt modelId="{70EBD822-4068-1A4C-8E9F-1113BAD4A111}" type="pres">
      <dgm:prSet presAssocID="{8B775969-D995-448A-AB3A-40D5A97F3168}" presName="tx1" presStyleLbl="revTx" presStyleIdx="0" presStyleCnt="4"/>
      <dgm:spPr/>
    </dgm:pt>
    <dgm:pt modelId="{CAD7819B-9DE3-284B-84F9-3084A69B08EF}" type="pres">
      <dgm:prSet presAssocID="{8B775969-D995-448A-AB3A-40D5A97F3168}" presName="vert1" presStyleCnt="0"/>
      <dgm:spPr/>
    </dgm:pt>
    <dgm:pt modelId="{AA233CA6-78F4-2243-AEB4-0FAD12F5DDB6}" type="pres">
      <dgm:prSet presAssocID="{AA471B7E-CCC0-441F-A50B-FFAE52824F5B}" presName="thickLine" presStyleLbl="alignNode1" presStyleIdx="1" presStyleCnt="4"/>
      <dgm:spPr/>
    </dgm:pt>
    <dgm:pt modelId="{4A10E35B-F5CB-B74B-AECD-1FCBA32833DF}" type="pres">
      <dgm:prSet presAssocID="{AA471B7E-CCC0-441F-A50B-FFAE52824F5B}" presName="horz1" presStyleCnt="0"/>
      <dgm:spPr/>
    </dgm:pt>
    <dgm:pt modelId="{E3F33879-66C8-9849-8234-F1416EA33738}" type="pres">
      <dgm:prSet presAssocID="{AA471B7E-CCC0-441F-A50B-FFAE52824F5B}" presName="tx1" presStyleLbl="revTx" presStyleIdx="1" presStyleCnt="4"/>
      <dgm:spPr/>
    </dgm:pt>
    <dgm:pt modelId="{79B55B90-3CB4-5F4E-AA35-847CB3DE88FF}" type="pres">
      <dgm:prSet presAssocID="{AA471B7E-CCC0-441F-A50B-FFAE52824F5B}" presName="vert1" presStyleCnt="0"/>
      <dgm:spPr/>
    </dgm:pt>
    <dgm:pt modelId="{3BC11185-B08F-5242-8284-1A2E4D98F50D}" type="pres">
      <dgm:prSet presAssocID="{793AAF3E-E47A-4310-BCE7-8CD93F143431}" presName="thickLine" presStyleLbl="alignNode1" presStyleIdx="2" presStyleCnt="4"/>
      <dgm:spPr/>
    </dgm:pt>
    <dgm:pt modelId="{EDD78B12-CA01-454F-AF53-D943C936E7D6}" type="pres">
      <dgm:prSet presAssocID="{793AAF3E-E47A-4310-BCE7-8CD93F143431}" presName="horz1" presStyleCnt="0"/>
      <dgm:spPr/>
    </dgm:pt>
    <dgm:pt modelId="{255B6EE8-B295-304C-B42B-00C13DBA5119}" type="pres">
      <dgm:prSet presAssocID="{793AAF3E-E47A-4310-BCE7-8CD93F143431}" presName="tx1" presStyleLbl="revTx" presStyleIdx="2" presStyleCnt="4"/>
      <dgm:spPr/>
    </dgm:pt>
    <dgm:pt modelId="{BC7A9FCA-B130-AB4A-AA35-4CCF86F75EE2}" type="pres">
      <dgm:prSet presAssocID="{793AAF3E-E47A-4310-BCE7-8CD93F143431}" presName="vert1" presStyleCnt="0"/>
      <dgm:spPr/>
    </dgm:pt>
    <dgm:pt modelId="{62BC4FD6-7AC0-2047-BE13-6BAAD96D4547}" type="pres">
      <dgm:prSet presAssocID="{5D615F29-4A2B-4777-A284-F2DB46D2C13A}" presName="thickLine" presStyleLbl="alignNode1" presStyleIdx="3" presStyleCnt="4"/>
      <dgm:spPr/>
    </dgm:pt>
    <dgm:pt modelId="{EF9061D9-6FA8-8B43-98F0-94CD71B494CF}" type="pres">
      <dgm:prSet presAssocID="{5D615F29-4A2B-4777-A284-F2DB46D2C13A}" presName="horz1" presStyleCnt="0"/>
      <dgm:spPr/>
    </dgm:pt>
    <dgm:pt modelId="{8660A83B-6312-E64B-B96D-40704B28B9A0}" type="pres">
      <dgm:prSet presAssocID="{5D615F29-4A2B-4777-A284-F2DB46D2C13A}" presName="tx1" presStyleLbl="revTx" presStyleIdx="3" presStyleCnt="4"/>
      <dgm:spPr/>
    </dgm:pt>
    <dgm:pt modelId="{A659FB03-F903-7A4B-B360-9A36614E623D}" type="pres">
      <dgm:prSet presAssocID="{5D615F29-4A2B-4777-A284-F2DB46D2C13A}" presName="vert1" presStyleCnt="0"/>
      <dgm:spPr/>
    </dgm:pt>
  </dgm:ptLst>
  <dgm:cxnLst>
    <dgm:cxn modelId="{83582850-75B7-475B-8992-4AF2234E6050}" srcId="{9B174AA1-360B-45AD-89C2-480FC43D16C3}" destId="{793AAF3E-E47A-4310-BCE7-8CD93F143431}" srcOrd="2" destOrd="0" parTransId="{D323539D-977E-49CA-9FCB-AAA404E8BA08}" sibTransId="{3665D480-96DF-438F-B8F4-764892E66615}"/>
    <dgm:cxn modelId="{F67BD35A-CCEF-0F42-9A57-8F17BBEA76A6}" type="presOf" srcId="{793AAF3E-E47A-4310-BCE7-8CD93F143431}" destId="{255B6EE8-B295-304C-B42B-00C13DBA5119}" srcOrd="0" destOrd="0" presId="urn:microsoft.com/office/officeart/2008/layout/LinedList"/>
    <dgm:cxn modelId="{1528E75F-D873-6640-8B93-B2199BE281A9}" type="presOf" srcId="{9B174AA1-360B-45AD-89C2-480FC43D16C3}" destId="{F7544545-E39B-B241-9E7F-D7743C3EEB09}" srcOrd="0" destOrd="0" presId="urn:microsoft.com/office/officeart/2008/layout/LinedList"/>
    <dgm:cxn modelId="{64372276-159C-A849-B26E-46710E920F5B}" type="presOf" srcId="{AA471B7E-CCC0-441F-A50B-FFAE52824F5B}" destId="{E3F33879-66C8-9849-8234-F1416EA33738}" srcOrd="0" destOrd="0" presId="urn:microsoft.com/office/officeart/2008/layout/LinedList"/>
    <dgm:cxn modelId="{2C49D189-5195-4B9A-8324-C2742E8B5D90}" srcId="{9B174AA1-360B-45AD-89C2-480FC43D16C3}" destId="{5D615F29-4A2B-4777-A284-F2DB46D2C13A}" srcOrd="3" destOrd="0" parTransId="{0BF87736-2268-4569-88AC-1EF745BF98A5}" sibTransId="{2177D680-53C2-4FD1-8142-B093FBB4B1D3}"/>
    <dgm:cxn modelId="{51A653B8-4C18-0D47-8506-716CE921700E}" type="presOf" srcId="{5D615F29-4A2B-4777-A284-F2DB46D2C13A}" destId="{8660A83B-6312-E64B-B96D-40704B28B9A0}" srcOrd="0" destOrd="0" presId="urn:microsoft.com/office/officeart/2008/layout/LinedList"/>
    <dgm:cxn modelId="{95752BC4-F3B5-FD40-84BF-D6792D0A8F0D}" type="presOf" srcId="{8B775969-D995-448A-AB3A-40D5A97F3168}" destId="{70EBD822-4068-1A4C-8E9F-1113BAD4A111}" srcOrd="0" destOrd="0" presId="urn:microsoft.com/office/officeart/2008/layout/LinedList"/>
    <dgm:cxn modelId="{945A25EC-0CFA-4434-AA2A-2D6807165B0D}" srcId="{9B174AA1-360B-45AD-89C2-480FC43D16C3}" destId="{AA471B7E-CCC0-441F-A50B-FFAE52824F5B}" srcOrd="1" destOrd="0" parTransId="{1AEE0070-82A5-43DF-925D-60EE32582AD3}" sibTransId="{596B376C-6A24-414A-A4DA-C96AC4016B9B}"/>
    <dgm:cxn modelId="{529EFFF1-3AE3-443A-85E5-BCD6AE5AAC73}" srcId="{9B174AA1-360B-45AD-89C2-480FC43D16C3}" destId="{8B775969-D995-448A-AB3A-40D5A97F3168}" srcOrd="0" destOrd="0" parTransId="{37215FDA-93E2-490C-8B50-34D929599F82}" sibTransId="{C422FF35-1310-4843-A0DD-EA8891E1BCA0}"/>
    <dgm:cxn modelId="{0CC4940B-FC87-6C4B-9C12-731FA96515FE}" type="presParOf" srcId="{F7544545-E39B-B241-9E7F-D7743C3EEB09}" destId="{B42ECA0E-CF15-A848-95B0-C5F649B0FFF6}" srcOrd="0" destOrd="0" presId="urn:microsoft.com/office/officeart/2008/layout/LinedList"/>
    <dgm:cxn modelId="{75BC2252-D04C-3C41-84EF-0F0D5D7341B0}" type="presParOf" srcId="{F7544545-E39B-B241-9E7F-D7743C3EEB09}" destId="{236262C0-4C1C-9149-ADF2-3C5A6469C88F}" srcOrd="1" destOrd="0" presId="urn:microsoft.com/office/officeart/2008/layout/LinedList"/>
    <dgm:cxn modelId="{42923E3C-A872-5845-8C90-28E914395075}" type="presParOf" srcId="{236262C0-4C1C-9149-ADF2-3C5A6469C88F}" destId="{70EBD822-4068-1A4C-8E9F-1113BAD4A111}" srcOrd="0" destOrd="0" presId="urn:microsoft.com/office/officeart/2008/layout/LinedList"/>
    <dgm:cxn modelId="{DA8E6593-AA87-C349-933E-D08D4DB34A25}" type="presParOf" srcId="{236262C0-4C1C-9149-ADF2-3C5A6469C88F}" destId="{CAD7819B-9DE3-284B-84F9-3084A69B08EF}" srcOrd="1" destOrd="0" presId="urn:microsoft.com/office/officeart/2008/layout/LinedList"/>
    <dgm:cxn modelId="{D18533F0-67AB-0F45-A4F6-B90B147BC3FC}" type="presParOf" srcId="{F7544545-E39B-B241-9E7F-D7743C3EEB09}" destId="{AA233CA6-78F4-2243-AEB4-0FAD12F5DDB6}" srcOrd="2" destOrd="0" presId="urn:microsoft.com/office/officeart/2008/layout/LinedList"/>
    <dgm:cxn modelId="{94532A55-1E71-B047-8DC5-17B6FE173560}" type="presParOf" srcId="{F7544545-E39B-B241-9E7F-D7743C3EEB09}" destId="{4A10E35B-F5CB-B74B-AECD-1FCBA32833DF}" srcOrd="3" destOrd="0" presId="urn:microsoft.com/office/officeart/2008/layout/LinedList"/>
    <dgm:cxn modelId="{1E8C9850-961B-5E46-ADD3-014B3DAD9CEF}" type="presParOf" srcId="{4A10E35B-F5CB-B74B-AECD-1FCBA32833DF}" destId="{E3F33879-66C8-9849-8234-F1416EA33738}" srcOrd="0" destOrd="0" presId="urn:microsoft.com/office/officeart/2008/layout/LinedList"/>
    <dgm:cxn modelId="{61E65724-011F-8642-8710-179896FE2F32}" type="presParOf" srcId="{4A10E35B-F5CB-B74B-AECD-1FCBA32833DF}" destId="{79B55B90-3CB4-5F4E-AA35-847CB3DE88FF}" srcOrd="1" destOrd="0" presId="urn:microsoft.com/office/officeart/2008/layout/LinedList"/>
    <dgm:cxn modelId="{F5D227C0-4574-F541-BBC0-92ACCF75CD8D}" type="presParOf" srcId="{F7544545-E39B-B241-9E7F-D7743C3EEB09}" destId="{3BC11185-B08F-5242-8284-1A2E4D98F50D}" srcOrd="4" destOrd="0" presId="urn:microsoft.com/office/officeart/2008/layout/LinedList"/>
    <dgm:cxn modelId="{BA90E316-9E93-E740-A158-81F133F053DD}" type="presParOf" srcId="{F7544545-E39B-B241-9E7F-D7743C3EEB09}" destId="{EDD78B12-CA01-454F-AF53-D943C936E7D6}" srcOrd="5" destOrd="0" presId="urn:microsoft.com/office/officeart/2008/layout/LinedList"/>
    <dgm:cxn modelId="{567CA0E2-6365-E344-8212-BAFF8E40B12A}" type="presParOf" srcId="{EDD78B12-CA01-454F-AF53-D943C936E7D6}" destId="{255B6EE8-B295-304C-B42B-00C13DBA5119}" srcOrd="0" destOrd="0" presId="urn:microsoft.com/office/officeart/2008/layout/LinedList"/>
    <dgm:cxn modelId="{AD100160-7BE4-DD40-992A-D50C48FFCCC2}" type="presParOf" srcId="{EDD78B12-CA01-454F-AF53-D943C936E7D6}" destId="{BC7A9FCA-B130-AB4A-AA35-4CCF86F75EE2}" srcOrd="1" destOrd="0" presId="urn:microsoft.com/office/officeart/2008/layout/LinedList"/>
    <dgm:cxn modelId="{87C63754-4D75-5141-8A41-910C78AA2A70}" type="presParOf" srcId="{F7544545-E39B-B241-9E7F-D7743C3EEB09}" destId="{62BC4FD6-7AC0-2047-BE13-6BAAD96D4547}" srcOrd="6" destOrd="0" presId="urn:microsoft.com/office/officeart/2008/layout/LinedList"/>
    <dgm:cxn modelId="{E0DD80BE-03D0-0F4C-BD1B-3E8627B45BB1}" type="presParOf" srcId="{F7544545-E39B-B241-9E7F-D7743C3EEB09}" destId="{EF9061D9-6FA8-8B43-98F0-94CD71B494CF}" srcOrd="7" destOrd="0" presId="urn:microsoft.com/office/officeart/2008/layout/LinedList"/>
    <dgm:cxn modelId="{AA3CB013-EB77-A749-BA5B-7FB2DD8DD2EE}" type="presParOf" srcId="{EF9061D9-6FA8-8B43-98F0-94CD71B494CF}" destId="{8660A83B-6312-E64B-B96D-40704B28B9A0}" srcOrd="0" destOrd="0" presId="urn:microsoft.com/office/officeart/2008/layout/LinedList"/>
    <dgm:cxn modelId="{C32FD3AE-F210-2F40-95F2-A31C84A8ED8C}" type="presParOf" srcId="{EF9061D9-6FA8-8B43-98F0-94CD71B494CF}" destId="{A659FB03-F903-7A4B-B360-9A36614E623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63683-1B91-4478-8599-2C3352C62CE1}">
      <dsp:nvSpPr>
        <dsp:cNvPr id="0" name=""/>
        <dsp:cNvSpPr/>
      </dsp:nvSpPr>
      <dsp:spPr>
        <a:xfrm>
          <a:off x="559800" y="45850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E2811-098F-4930-9B9A-DA7080DD2D1B}">
      <dsp:nvSpPr>
        <dsp:cNvPr id="0" name=""/>
        <dsp:cNvSpPr/>
      </dsp:nvSpPr>
      <dsp:spPr>
        <a:xfrm>
          <a:off x="559800" y="2118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Primary Users</a:t>
          </a:r>
          <a:r>
            <a:rPr lang="en-US" sz="3600" kern="1200"/>
            <a:t>:</a:t>
          </a:r>
        </a:p>
      </dsp:txBody>
      <dsp:txXfrm>
        <a:off x="559800" y="2118181"/>
        <a:ext cx="4320000" cy="648000"/>
      </dsp:txXfrm>
    </dsp:sp>
    <dsp:sp modelId="{1EC014EA-2401-4196-A9B0-F3AF6382EF08}">
      <dsp:nvSpPr>
        <dsp:cNvPr id="0" name=""/>
        <dsp:cNvSpPr/>
      </dsp:nvSpPr>
      <dsp:spPr>
        <a:xfrm>
          <a:off x="559800" y="2834867"/>
          <a:ext cx="4320000" cy="1057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Music enthusiasts who want a simple app to browse and play music.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Users looking for playlist management and personalized experiences.</a:t>
          </a:r>
        </a:p>
      </dsp:txBody>
      <dsp:txXfrm>
        <a:off x="559800" y="2834867"/>
        <a:ext cx="4320000" cy="1057964"/>
      </dsp:txXfrm>
    </dsp:sp>
    <dsp:sp modelId="{A342420C-7194-437D-9E9C-2851AC83699E}">
      <dsp:nvSpPr>
        <dsp:cNvPr id="0" name=""/>
        <dsp:cNvSpPr/>
      </dsp:nvSpPr>
      <dsp:spPr>
        <a:xfrm>
          <a:off x="5635800" y="45850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63F72-AF73-4944-8246-D86C80203D1A}">
      <dsp:nvSpPr>
        <dsp:cNvPr id="0" name=""/>
        <dsp:cNvSpPr/>
      </dsp:nvSpPr>
      <dsp:spPr>
        <a:xfrm>
          <a:off x="5635800" y="2118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Why It’s Useful</a:t>
          </a:r>
          <a:r>
            <a:rPr lang="en-US" sz="3600" kern="1200"/>
            <a:t>:</a:t>
          </a:r>
        </a:p>
      </dsp:txBody>
      <dsp:txXfrm>
        <a:off x="5635800" y="2118181"/>
        <a:ext cx="4320000" cy="648000"/>
      </dsp:txXfrm>
    </dsp:sp>
    <dsp:sp modelId="{22C977F1-711D-453C-BD6B-DB47CCAF9439}">
      <dsp:nvSpPr>
        <dsp:cNvPr id="0" name=""/>
        <dsp:cNvSpPr/>
      </dsp:nvSpPr>
      <dsp:spPr>
        <a:xfrm>
          <a:off x="5635800" y="2834867"/>
          <a:ext cx="4320000" cy="1057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an accessible and customizable music library.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Offers a user-friendly interface for managing and discovering songs.</a:t>
          </a:r>
        </a:p>
      </dsp:txBody>
      <dsp:txXfrm>
        <a:off x="5635800" y="2834867"/>
        <a:ext cx="4320000" cy="1057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1C8B98-EBCD-0C41-BA30-5C92364B755F}">
      <dsp:nvSpPr>
        <dsp:cNvPr id="0" name=""/>
        <dsp:cNvSpPr/>
      </dsp:nvSpPr>
      <dsp:spPr>
        <a:xfrm>
          <a:off x="0" y="1009287"/>
          <a:ext cx="6291714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5B8637-A6F0-174B-9BF1-1B1A2D5A6161}">
      <dsp:nvSpPr>
        <dsp:cNvPr id="0" name=""/>
        <dsp:cNvSpPr/>
      </dsp:nvSpPr>
      <dsp:spPr>
        <a:xfrm>
          <a:off x="314585" y="832167"/>
          <a:ext cx="4404199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Architecture Diagram</a:t>
          </a:r>
          <a:endParaRPr lang="en-US" sz="1200" kern="1200"/>
        </a:p>
      </dsp:txBody>
      <dsp:txXfrm>
        <a:off x="331878" y="849460"/>
        <a:ext cx="4369613" cy="319654"/>
      </dsp:txXfrm>
    </dsp:sp>
    <dsp:sp modelId="{01A16FC0-65BC-C648-9494-28B7B8A89CA7}">
      <dsp:nvSpPr>
        <dsp:cNvPr id="0" name=""/>
        <dsp:cNvSpPr/>
      </dsp:nvSpPr>
      <dsp:spPr>
        <a:xfrm>
          <a:off x="0" y="1553607"/>
          <a:ext cx="6291714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50551-D3A3-A642-8D94-C42E256143C9}">
      <dsp:nvSpPr>
        <dsp:cNvPr id="0" name=""/>
        <dsp:cNvSpPr/>
      </dsp:nvSpPr>
      <dsp:spPr>
        <a:xfrm>
          <a:off x="314585" y="1376487"/>
          <a:ext cx="4404199" cy="35424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Firebase Authentication: Handles user login and registration.</a:t>
          </a:r>
        </a:p>
      </dsp:txBody>
      <dsp:txXfrm>
        <a:off x="331878" y="1393780"/>
        <a:ext cx="4369613" cy="319654"/>
      </dsp:txXfrm>
    </dsp:sp>
    <dsp:sp modelId="{43395006-6BC9-EF4B-A274-86F4D6CDCBAB}">
      <dsp:nvSpPr>
        <dsp:cNvPr id="0" name=""/>
        <dsp:cNvSpPr/>
      </dsp:nvSpPr>
      <dsp:spPr>
        <a:xfrm>
          <a:off x="0" y="2097927"/>
          <a:ext cx="6291714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F6DB3-9798-B54C-BEF2-737B61A78A5D}">
      <dsp:nvSpPr>
        <dsp:cNvPr id="0" name=""/>
        <dsp:cNvSpPr/>
      </dsp:nvSpPr>
      <dsp:spPr>
        <a:xfrm>
          <a:off x="314585" y="1920807"/>
          <a:ext cx="4404199" cy="354240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Firebase Firestore: Stores user data, songs, and favorites.</a:t>
          </a:r>
        </a:p>
      </dsp:txBody>
      <dsp:txXfrm>
        <a:off x="331878" y="1938100"/>
        <a:ext cx="4369613" cy="319654"/>
      </dsp:txXfrm>
    </dsp:sp>
    <dsp:sp modelId="{07D068E2-2F2F-9041-BD0B-C06D131E34CA}">
      <dsp:nvSpPr>
        <dsp:cNvPr id="0" name=""/>
        <dsp:cNvSpPr/>
      </dsp:nvSpPr>
      <dsp:spPr>
        <a:xfrm>
          <a:off x="0" y="2642247"/>
          <a:ext cx="6291714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623D3-EC0F-074D-B8B4-D44715E2DCE0}">
      <dsp:nvSpPr>
        <dsp:cNvPr id="0" name=""/>
        <dsp:cNvSpPr/>
      </dsp:nvSpPr>
      <dsp:spPr>
        <a:xfrm>
          <a:off x="314585" y="2465127"/>
          <a:ext cx="4404199" cy="354240"/>
        </a:xfrm>
        <a:prstGeom prst="roundRect">
          <a:avLst/>
        </a:prstGeom>
        <a:solidFill>
          <a:schemeClr val="accent2">
            <a:hueOff val="4832709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Firebase Storage: Hosts song audio files and cover images.</a:t>
          </a:r>
        </a:p>
      </dsp:txBody>
      <dsp:txXfrm>
        <a:off x="331878" y="2482420"/>
        <a:ext cx="4369613" cy="319654"/>
      </dsp:txXfrm>
    </dsp:sp>
    <dsp:sp modelId="{20CEB79B-8D3B-7A41-B240-C91B2DA9CC24}">
      <dsp:nvSpPr>
        <dsp:cNvPr id="0" name=""/>
        <dsp:cNvSpPr/>
      </dsp:nvSpPr>
      <dsp:spPr>
        <a:xfrm>
          <a:off x="0" y="3186567"/>
          <a:ext cx="6291714" cy="15119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07" tIns="249936" rIns="48830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Authentication</a:t>
          </a:r>
          <a:r>
            <a:rPr lang="en-US" sz="1200" kern="1200"/>
            <a:t>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Provides secure user login via email/password.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Firestore</a:t>
          </a:r>
          <a:r>
            <a:rPr lang="en-US" sz="1200" kern="1200"/>
            <a:t>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Houses collections for users, songs, and their favorites.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Storage</a:t>
          </a:r>
          <a:r>
            <a:rPr lang="en-US" sz="1200" kern="1200"/>
            <a:t>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Efficiently stores and serves media files (e.g., song covers, audio files).</a:t>
          </a:r>
        </a:p>
      </dsp:txBody>
      <dsp:txXfrm>
        <a:off x="0" y="3186567"/>
        <a:ext cx="6291714" cy="1511999"/>
      </dsp:txXfrm>
    </dsp:sp>
    <dsp:sp modelId="{747A7444-C94F-3D41-8877-E4730C65E77D}">
      <dsp:nvSpPr>
        <dsp:cNvPr id="0" name=""/>
        <dsp:cNvSpPr/>
      </dsp:nvSpPr>
      <dsp:spPr>
        <a:xfrm>
          <a:off x="314585" y="3009447"/>
          <a:ext cx="4404199" cy="35424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Description</a:t>
          </a:r>
          <a:endParaRPr lang="en-US" sz="1200" kern="1200"/>
        </a:p>
      </dsp:txBody>
      <dsp:txXfrm>
        <a:off x="331878" y="3026740"/>
        <a:ext cx="4369613" cy="319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C627D-36E6-BC4C-9123-273EF28C55C3}">
      <dsp:nvSpPr>
        <dsp:cNvPr id="0" name=""/>
        <dsp:cNvSpPr/>
      </dsp:nvSpPr>
      <dsp:spPr>
        <a:xfrm>
          <a:off x="0" y="45289"/>
          <a:ext cx="6906491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Proposed Improvements</a:t>
          </a:r>
          <a:endParaRPr lang="en-US" sz="3600" kern="1200"/>
        </a:p>
      </dsp:txBody>
      <dsp:txXfrm>
        <a:off x="43179" y="88468"/>
        <a:ext cx="6820133" cy="798162"/>
      </dsp:txXfrm>
    </dsp:sp>
    <dsp:sp modelId="{805FFEB5-CD60-FC47-9288-E7ED8F36EAC6}">
      <dsp:nvSpPr>
        <dsp:cNvPr id="0" name=""/>
        <dsp:cNvSpPr/>
      </dsp:nvSpPr>
      <dsp:spPr>
        <a:xfrm>
          <a:off x="0" y="929809"/>
          <a:ext cx="6906491" cy="186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281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Offline music playback support.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Enhanced playlist management features.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Multi-language support.</a:t>
          </a:r>
        </a:p>
      </dsp:txBody>
      <dsp:txXfrm>
        <a:off x="0" y="929809"/>
        <a:ext cx="6906491" cy="1863000"/>
      </dsp:txXfrm>
    </dsp:sp>
    <dsp:sp modelId="{626E10E0-4460-8940-9BDF-C70E46D9BFEB}">
      <dsp:nvSpPr>
        <dsp:cNvPr id="0" name=""/>
        <dsp:cNvSpPr/>
      </dsp:nvSpPr>
      <dsp:spPr>
        <a:xfrm>
          <a:off x="0" y="2792809"/>
          <a:ext cx="6906491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Roadmap</a:t>
          </a:r>
          <a:endParaRPr lang="en-US" sz="3600" kern="1200"/>
        </a:p>
      </dsp:txBody>
      <dsp:txXfrm>
        <a:off x="43179" y="2835988"/>
        <a:ext cx="6820133" cy="798162"/>
      </dsp:txXfrm>
    </dsp:sp>
    <dsp:sp modelId="{96678F70-9BD0-3744-8968-6B746CF47DF2}">
      <dsp:nvSpPr>
        <dsp:cNvPr id="0" name=""/>
        <dsp:cNvSpPr/>
      </dsp:nvSpPr>
      <dsp:spPr>
        <a:xfrm>
          <a:off x="0" y="3677329"/>
          <a:ext cx="6906491" cy="186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281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Q1 2025: Implement offline mode.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Q2 2025: Add multi-language support.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Q3 2025: Introduce user-driven playlists.</a:t>
          </a:r>
        </a:p>
      </dsp:txBody>
      <dsp:txXfrm>
        <a:off x="0" y="3677329"/>
        <a:ext cx="6906491" cy="1863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ECA0E-CF15-A848-95B0-C5F649B0FFF6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BD822-4068-1A4C-8E9F-1113BAD4A111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References and Resources</a:t>
          </a:r>
          <a:endParaRPr lang="en-US" sz="3800" kern="1200"/>
        </a:p>
      </dsp:txBody>
      <dsp:txXfrm>
        <a:off x="0" y="0"/>
        <a:ext cx="6900512" cy="1384035"/>
      </dsp:txXfrm>
    </dsp:sp>
    <dsp:sp modelId="{AA233CA6-78F4-2243-AEB4-0FAD12F5DDB6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33879-66C8-9849-8234-F1416EA33738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Firebase Documentation.</a:t>
          </a:r>
        </a:p>
      </dsp:txBody>
      <dsp:txXfrm>
        <a:off x="0" y="1384035"/>
        <a:ext cx="6900512" cy="1384035"/>
      </dsp:txXfrm>
    </dsp:sp>
    <dsp:sp modelId="{3BC11185-B08F-5242-8284-1A2E4D98F50D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B6EE8-B295-304C-B42B-00C13DBA5119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Just Audio Plugin for Flutter.</a:t>
          </a:r>
        </a:p>
      </dsp:txBody>
      <dsp:txXfrm>
        <a:off x="0" y="2768070"/>
        <a:ext cx="6900512" cy="1384035"/>
      </dsp:txXfrm>
    </dsp:sp>
    <dsp:sp modelId="{62BC4FD6-7AC0-2047-BE13-6BAAD96D4547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0A83B-6312-E64B-B96D-40704B28B9A0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Design inspiration from Spotify App.</a:t>
          </a:r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5167-1A19-E50E-048A-BA1BF905E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21F29-BFC8-8849-653F-AFD3D5ECE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0CBB-8F7E-1FB0-98BD-3F44109F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8F68C-32F9-CB1B-B10B-EEB9EE36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8AED-C0EE-F31F-A93D-078E707A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24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E205-30FE-D4A4-27FD-F6551752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D6266-DB56-E6F2-680C-D004897EE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D553A-35E6-0B30-E2BE-77B2780A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2351-93CE-6291-03C7-F1EEC0A4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6FC65-F2AD-3A04-7220-3C89DEC6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26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612A-97F3-AAD6-2A16-68607132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799CE-7D21-72A4-C710-63C96FCB3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C189D-2032-7257-E538-8D23ADD0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2FDAE-2DE6-F5EB-3B6F-697AD1BB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F6D00-A1B6-68D9-A8C1-5EC7FF96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28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27310-69A3-4051-BA52-50A53A94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B9712-CA1A-2569-AEE0-76F7E0385C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82670-3D9C-71BA-4374-01211FEFC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70E28-52F5-17BC-BEAA-BDCA4AD6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46723-E491-30CA-6853-0E07AC83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6566-4FF0-C872-6185-6845C204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82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D40D4-2632-94E8-A86B-A4FC6FC61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C51BC-85CC-A7CD-6997-2C66A0472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06387-64CD-040A-B0C7-D522D8325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BA36F-ABE5-97DC-5197-9757F71F3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1EDA4-BE8D-CE35-2FCB-3F3C671AE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3E243-B950-057A-0780-7906F56A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28BA3-AE01-0C7B-DA18-C3300C86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0592D-75FB-73A4-173A-C5B8F045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8791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F6D-7D8E-2AE5-2502-E7466080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0E9CC-F7D7-17B8-BDD2-96CE91E1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F9588-7B6F-198D-5A35-BE8EAA636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23AB-F4CF-B88B-FBE6-3486845E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32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E48D28-D5BC-051F-2EA3-09498AF6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34344-6B40-8A7F-D7B4-D4F2D198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C2F6A-9AA2-5BDB-7D97-41C3EF46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241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A951-1C5B-5726-C316-691D90A6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D60C9-4369-E794-AD8D-C4175B0FD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4DD91-68E7-6C4B-D691-1EF8074BD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17A41-279D-FA3C-B8F3-5B6F321F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718A5-3DC5-6DA8-DE2E-E3126B7D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AAFA4-5F3D-4EC6-B38E-68BA7EE6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976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B07B5-D1A9-636C-9DDB-CAC9F068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A57DEA-6058-D16F-F8E0-4E2B8F6FA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0DD9E-36B0-7A4A-3978-705780B9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0EACB-1A88-8CB7-8680-7D5CA2EF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4FAB0-B1EF-8C0C-C9F1-B3477DA5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6A62C-2FA3-0653-7775-BB01733A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76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A826-280B-ED2C-2656-56661F4A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04903-03F2-74CC-652E-D4B44FA8E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2E2D1-00C8-83CA-7AEF-362641D1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C80D8-9D13-693F-1C44-40695A90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D1BB5-55F5-61DC-D5CD-FBC39B5A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03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F656CC-AB26-F2A1-6762-E907B6A7D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3C457-5178-FAE6-CBEF-DA0DE4EE8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2219-ED97-FA77-625E-E848F188E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F3B3C-3BA6-D008-24EE-7E40AFC3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2EED9-D888-CFFF-3E7F-E0CB0B87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26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F4499-8B0B-DDC5-845B-3A3705B0A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76A7A-5C90-0E37-722E-5AE0C7DFC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DA616-2F3B-AA85-5007-C51244E20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7B33B-DDA5-1E46-82C3-EE887AAC5E44}" type="datetimeFigureOut">
              <a:rPr lang="fr-FR" smtClean="0"/>
              <a:t>19/01/2025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6A49D-E732-8E89-5C19-B64894451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5A01D-E83B-BFA5-966D-8479A5A0D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B15E8-980D-7D4A-8798-38620EEEBF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15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aymondtec.com/ssl-http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514C-74B9-675E-D77C-4B8C62959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Spotify Clone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9F08D-7CEC-5D9B-84FB-D87466011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100" dirty="0">
                <a:effectLst/>
              </a:rPr>
              <a:t>BODY Tshungini Archimède – International Business and Entrepreneurship (IBE)</a:t>
            </a:r>
          </a:p>
          <a:p>
            <a:r>
              <a:rPr lang="en-US" sz="1100" dirty="0">
                <a:effectLst/>
              </a:rPr>
              <a:t>Department of Computers Science for Business Management</a:t>
            </a:r>
          </a:p>
          <a:p>
            <a:r>
              <a:rPr lang="en-US" sz="1100" dirty="0">
                <a:effectLst/>
              </a:rPr>
              <a:t>Romanian American University</a:t>
            </a:r>
          </a:p>
          <a:p>
            <a:r>
              <a:rPr lang="en-US" sz="1100" dirty="0">
                <a:effectLst/>
              </a:rPr>
              <a:t>Bd. </a:t>
            </a:r>
            <a:r>
              <a:rPr lang="en-US" sz="1100" dirty="0" err="1">
                <a:effectLst/>
              </a:rPr>
              <a:t>Expoziției</a:t>
            </a:r>
            <a:r>
              <a:rPr lang="en-US" sz="1100" dirty="0">
                <a:effectLst/>
              </a:rPr>
              <a:t>, Nr.1B, Sector 1, cod 012101</a:t>
            </a:r>
          </a:p>
          <a:p>
            <a:r>
              <a:rPr lang="en-US" sz="1100" dirty="0">
                <a:effectLst/>
              </a:rPr>
              <a:t>Romania, Bucharest</a:t>
            </a:r>
          </a:p>
          <a:p>
            <a:r>
              <a:rPr lang="en-US" sz="1100" dirty="0">
                <a:effectLst/>
              </a:rPr>
              <a:t>bodytshungini.b.archimede23@stud.rau.ro</a:t>
            </a:r>
          </a:p>
          <a:p>
            <a:r>
              <a:rPr lang="en-US" sz="1100" dirty="0">
                <a:effectLst/>
              </a:rPr>
              <a:t>Bucharest 2024 </a:t>
            </a:r>
            <a:endParaRPr lang="en-US" sz="11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 descr="A green circle with white lines&#10;&#10;AI-generated content may be incorrect.">
            <a:extLst>
              <a:ext uri="{FF2B5EF4-FFF2-40B4-BE49-F238E27FC236}">
                <a16:creationId xmlns:a16="http://schemas.microsoft.com/office/drawing/2014/main" id="{A5795F94-4D06-7A5D-4E37-532404629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" b="2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0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D2958-8D95-4ACA-802C-5B1481AA8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App Introduction</a:t>
            </a:r>
            <a:br>
              <a:rPr lang="en-US" b="1">
                <a:solidFill>
                  <a:srgbClr val="FFFFFF"/>
                </a:solidFill>
              </a:rPr>
            </a:br>
            <a:endParaRPr lang="fr-F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5F781-D58C-24E3-1514-717DDFF8F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The Spotify Clone app allows users to browse, play, and manage their music collections. Users can create playlists, mark favorite songs, and enjoy a seamless music playback experience.</a:t>
            </a:r>
          </a:p>
        </p:txBody>
      </p:sp>
    </p:spTree>
    <p:extLst>
      <p:ext uri="{BB962C8B-B14F-4D97-AF65-F5344CB8AC3E}">
        <p14:creationId xmlns:p14="http://schemas.microsoft.com/office/powerpoint/2010/main" val="395603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DE089-3EA7-B6AB-AE85-C92ACBF55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6F458-9041-C6DE-F869-36BAB09F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App Introduction</a:t>
            </a:r>
            <a:br>
              <a:rPr lang="en-US" b="1">
                <a:solidFill>
                  <a:srgbClr val="FFFFFF"/>
                </a:solidFill>
              </a:rPr>
            </a:br>
            <a:endParaRPr lang="fr-F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55509-2FBA-4D43-2A5B-C9F691BA9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Core Functionalities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Music playback with play/pause functionality.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Favorite songs management.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profile and personalized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Firebase-based backend for authentication and data management.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774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2EDBE-97B0-AD7D-A922-4B36CF0F5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Target Audience</a:t>
            </a:r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CF31B5-F362-BC27-792F-92505ACDDF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781610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192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4992A-91BE-2731-A56E-A686DF78D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37" y="1298448"/>
            <a:ext cx="5895178" cy="40996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Technical Architecture</a:t>
            </a:r>
          </a:p>
        </p:txBody>
      </p:sp>
      <p:sp>
        <p:nvSpPr>
          <p:cNvPr id="12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8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33B41-DB59-5EE8-0A10-42F73ABD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703A2-3877-CCD0-FE78-ACAAD06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Technical Architecture</a:t>
            </a: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307A-1C74-BCB8-464B-1DFDA990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Entity-Relationship Diagram (ERD)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6713D7-67A7-AD7E-1187-1CC95A953443}"/>
              </a:ext>
            </a:extLst>
          </p:cNvPr>
          <p:cNvSpPr txBox="1">
            <a:spLocks/>
          </p:cNvSpPr>
          <p:nvPr/>
        </p:nvSpPr>
        <p:spPr>
          <a:xfrm>
            <a:off x="6570204" y="3671315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en-US" sz="20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081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48599-E168-46C2-F263-937C212D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5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480076-5A6D-A887-E8DC-230C57E6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Database Structure</a:t>
            </a:r>
            <a:b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26C3A3-8C7C-E6E3-DBA5-40872BFD0BD4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u="sng" dirty="0"/>
              <a:t>Entities</a:t>
            </a:r>
            <a:endParaRPr lang="en-US" sz="2400" u="sng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Users: User details like name, email, profile image.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Songs: Song metadata including title, artist, duration, release date.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Favorites: A collection of user-specific favorite songs.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b="1" dirty="0"/>
            </a:br>
            <a:r>
              <a:rPr lang="en-US" sz="2400" b="1" u="sng" dirty="0"/>
              <a:t>Description</a:t>
            </a:r>
            <a:endParaRPr lang="en-US" b="1" u="sng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b="1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Users</a:t>
            </a:r>
            <a:r>
              <a:rPr lang="en-US" dirty="0"/>
              <a:t>: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Stores user information, linked to their favorite songs.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Songs</a:t>
            </a:r>
            <a:r>
              <a:rPr lang="en-US" dirty="0"/>
              <a:t>: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Central repository for all available songs.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Favorites</a:t>
            </a:r>
            <a:r>
              <a:rPr lang="en-US" dirty="0"/>
              <a:t>: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Many-to-one relationship with users, mapping their favorite songs.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B98CDB-B5F0-6A5A-F4A8-5355386D7594}"/>
              </a:ext>
            </a:extLst>
          </p:cNvPr>
          <p:cNvSpPr txBox="1">
            <a:spLocks/>
          </p:cNvSpPr>
          <p:nvPr/>
        </p:nvSpPr>
        <p:spPr>
          <a:xfrm>
            <a:off x="6570204" y="3671315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938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F6539-1F92-E81F-D3E2-E11D031BE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4100" b="1">
                <a:solidFill>
                  <a:srgbClr val="FFFFFF"/>
                </a:solidFill>
              </a:rPr>
              <a:t>Backend Architecture</a:t>
            </a:r>
            <a:br>
              <a:rPr lang="en-US" sz="4100" b="1">
                <a:solidFill>
                  <a:srgbClr val="FFFFFF"/>
                </a:solidFill>
              </a:rPr>
            </a:br>
            <a:endParaRPr lang="fr-FR" sz="4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C00B6B-65FE-5E9F-9EF5-8C63EC11B7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87370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3645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ADA216DF-C268-4A25-A2DC-51E15F55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FB079-0D94-0C79-7CEE-22DCBA5F3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474080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/>
              <a:t>User Interface and Experience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6A6E2-26AF-49BF-3691-D257337F2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05" y="5653053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/>
              <a:t>UI Wireframes/Screenshots</a:t>
            </a:r>
          </a:p>
        </p:txBody>
      </p:sp>
      <p:pic>
        <p:nvPicPr>
          <p:cNvPr id="44" name="Picture 4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140F7F2F-E39F-2294-DB9C-B28F233EE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41" y="164592"/>
            <a:ext cx="1890406" cy="4087368"/>
          </a:xfrm>
          <a:prstGeom prst="rect">
            <a:avLst/>
          </a:prstGeom>
        </p:spPr>
      </p:pic>
      <p:pic>
        <p:nvPicPr>
          <p:cNvPr id="42" name="Picture 41" descr="A screenshot of a phone&#10;&#10;AI-generated content may be incorrect.">
            <a:extLst>
              <a:ext uri="{FF2B5EF4-FFF2-40B4-BE49-F238E27FC236}">
                <a16:creationId xmlns:a16="http://schemas.microsoft.com/office/drawing/2014/main" id="{81CDF42F-9892-D114-3EA8-A7F35C1B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17" y="164592"/>
            <a:ext cx="1890406" cy="4087368"/>
          </a:xfrm>
          <a:prstGeom prst="rect">
            <a:avLst/>
          </a:prstGeom>
        </p:spPr>
      </p:pic>
      <p:pic>
        <p:nvPicPr>
          <p:cNvPr id="40" name="Picture 39" descr="A screenshot of a person's face&#10;&#10;AI-generated content may be incorrect.">
            <a:extLst>
              <a:ext uri="{FF2B5EF4-FFF2-40B4-BE49-F238E27FC236}">
                <a16:creationId xmlns:a16="http://schemas.microsoft.com/office/drawing/2014/main" id="{4BCB9283-3072-E9A3-DC05-BCB0120DD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193" y="164592"/>
            <a:ext cx="1890406" cy="4087368"/>
          </a:xfrm>
          <a:prstGeom prst="rect">
            <a:avLst/>
          </a:prstGeom>
        </p:spPr>
      </p:pic>
      <p:sp>
        <p:nvSpPr>
          <p:cNvPr id="62" name="sketch line">
            <a:extLst>
              <a:ext uri="{FF2B5EF4-FFF2-40B4-BE49-F238E27FC236}">
                <a16:creationId xmlns:a16="http://schemas.microsoft.com/office/drawing/2014/main" id="{DE127D07-37F2-4FE3-9F47-F0CD6740D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563476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16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5A2D6-B637-6412-D510-2E724CBE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ADA216DF-C268-4A25-A2DC-51E15F55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B7916-B00D-BBE9-0285-98E6F002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474080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/>
              <a:t>User Interface and Experience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E9EA-8D8C-1778-B8DC-038A299A3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05" y="5653053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/>
              <a:t>UI Wireframes/Screenshots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E606C7-59F5-422E-5688-66FC70C0E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36488" y="164592"/>
            <a:ext cx="1888712" cy="4087368"/>
          </a:xfrm>
          <a:prstGeom prst="rect">
            <a:avLst/>
          </a:prstGeom>
        </p:spPr>
      </p:pic>
      <p:pic>
        <p:nvPicPr>
          <p:cNvPr id="7" name="Picture 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06F0FB68-26FA-6E6E-8950-22A366796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17" y="164592"/>
            <a:ext cx="1890406" cy="4087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3ADD8B-0C75-9649-6386-566490BDFB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82040" y="164592"/>
            <a:ext cx="1888712" cy="4087368"/>
          </a:xfrm>
          <a:prstGeom prst="rect">
            <a:avLst/>
          </a:prstGeom>
        </p:spPr>
      </p:pic>
      <p:sp>
        <p:nvSpPr>
          <p:cNvPr id="69" name="sketch line">
            <a:extLst>
              <a:ext uri="{FF2B5EF4-FFF2-40B4-BE49-F238E27FC236}">
                <a16:creationId xmlns:a16="http://schemas.microsoft.com/office/drawing/2014/main" id="{DE127D07-37F2-4FE3-9F47-F0CD6740D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563476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24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62353-30D4-698C-00CE-8297A333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3203A-368B-6DCB-46FD-8EED647BE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/>
              <a:t>User Interface and Experience</a:t>
            </a:r>
            <a:endParaRPr lang="fr-FR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screenshot of a music album&#10;&#10;AI-generated content may be incorrect.">
            <a:extLst>
              <a:ext uri="{FF2B5EF4-FFF2-40B4-BE49-F238E27FC236}">
                <a16:creationId xmlns:a16="http://schemas.microsoft.com/office/drawing/2014/main" id="{256D471E-3B83-1478-9514-869B0D039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87" y="511293"/>
            <a:ext cx="2620371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E9A1-90EB-07FF-E22B-3665C47A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Home Page</a:t>
            </a:r>
            <a:r>
              <a:rPr lang="en-US"/>
              <a:t>: Displays new releases and playlists.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51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1C01D-DE43-23A8-9774-DE15ABBB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D70AC-B960-40C1-72C5-1566062B1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User Interface and Experience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music player&#10;&#10;AI-generated content may be incorrect.">
            <a:extLst>
              <a:ext uri="{FF2B5EF4-FFF2-40B4-BE49-F238E27FC236}">
                <a16:creationId xmlns:a16="http://schemas.microsoft.com/office/drawing/2014/main" id="{77F9996A-1918-5949-0670-303C62276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87" y="511293"/>
            <a:ext cx="2620371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8C3F-7989-EA91-E7E2-F0388D9FE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kern="1200">
                <a:latin typeface="+mn-lt"/>
                <a:ea typeface="+mn-ea"/>
                <a:cs typeface="+mn-cs"/>
              </a:rPr>
              <a:t>Music Player</a:t>
            </a:r>
            <a:r>
              <a:rPr lang="en-US" kern="1200">
                <a:latin typeface="+mn-lt"/>
                <a:ea typeface="+mn-ea"/>
                <a:cs typeface="+mn-cs"/>
              </a:rPr>
              <a:t>: Shows song details with playback controls.</a:t>
            </a:r>
          </a:p>
        </p:txBody>
      </p:sp>
    </p:spTree>
    <p:extLst>
      <p:ext uri="{BB962C8B-B14F-4D97-AF65-F5344CB8AC3E}">
        <p14:creationId xmlns:p14="http://schemas.microsoft.com/office/powerpoint/2010/main" val="3445603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85F00-B6A6-A3BD-F0CC-3B71C3DF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A5797-6A9A-D7E4-6CB9-AA680C7E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User Interface and Experience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music player&#10;&#10;AI-generated content may be incorrect.">
            <a:extLst>
              <a:ext uri="{FF2B5EF4-FFF2-40B4-BE49-F238E27FC236}">
                <a16:creationId xmlns:a16="http://schemas.microsoft.com/office/drawing/2014/main" id="{5AECB115-4010-A0DB-19D0-FF02710BD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87" y="511293"/>
            <a:ext cx="2620371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4D7CB-3B15-D90F-04E3-ED83C3324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kern="1200">
                <a:latin typeface="+mn-lt"/>
                <a:ea typeface="+mn-ea"/>
                <a:cs typeface="+mn-cs"/>
              </a:rPr>
              <a:t>Profile Page</a:t>
            </a:r>
            <a:r>
              <a:rPr lang="en-US" kern="1200">
                <a:latin typeface="+mn-lt"/>
                <a:ea typeface="+mn-ea"/>
                <a:cs typeface="+mn-cs"/>
              </a:rPr>
              <a:t>: User’s profile information and favorites list.</a:t>
            </a:r>
          </a:p>
        </p:txBody>
      </p:sp>
    </p:spTree>
    <p:extLst>
      <p:ext uri="{BB962C8B-B14F-4D97-AF65-F5344CB8AC3E}">
        <p14:creationId xmlns:p14="http://schemas.microsoft.com/office/powerpoint/2010/main" val="4284051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30CE6-3298-1C73-F041-C0E814F7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08164-FE56-6D50-7851-5008936A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User Interface and Experience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D20FF-7301-245D-CF12-7D87EC86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Design Rationale</a:t>
            </a:r>
          </a:p>
          <a:p>
            <a:pPr marL="0" indent="0">
              <a:buNone/>
            </a:pPr>
            <a:endParaRPr lang="en-US" sz="1800" b="1" dirty="0"/>
          </a:p>
          <a:p>
            <a:pPr lvl="1"/>
            <a:r>
              <a:rPr lang="en-US" sz="1800" b="1" dirty="0"/>
              <a:t>Minimalistic UI</a:t>
            </a:r>
            <a:r>
              <a:rPr lang="en-US" sz="1800" dirty="0"/>
              <a:t>: Ensures ease of navigation and focus on content.</a:t>
            </a:r>
          </a:p>
          <a:p>
            <a:pPr lvl="1"/>
            <a:r>
              <a:rPr lang="en-US" sz="1800" b="1" dirty="0"/>
              <a:t>Consistent Theming</a:t>
            </a:r>
            <a:r>
              <a:rPr lang="en-US" sz="1800" dirty="0"/>
              <a:t>: Dark and light modes for better accessibility.</a:t>
            </a:r>
          </a:p>
          <a:p>
            <a:pPr lvl="1"/>
            <a:r>
              <a:rPr lang="en-US" sz="1800" b="1" dirty="0"/>
              <a:t>Responsive Design</a:t>
            </a:r>
            <a:r>
              <a:rPr lang="en-US" sz="1800" dirty="0"/>
              <a:t>: Optimized for various screen sizes.</a:t>
            </a: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274555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79ED2-BD74-B246-1B9C-65C8A61A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Key Features and Functionalities</a:t>
            </a:r>
            <a:br>
              <a:rPr lang="en-US" sz="3700" b="1">
                <a:solidFill>
                  <a:srgbClr val="FFFFFF"/>
                </a:solidFill>
              </a:rPr>
            </a:br>
            <a:endParaRPr lang="fr-FR" sz="3700">
              <a:solidFill>
                <a:srgbClr val="FFFFFF"/>
              </a:solidFill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99333-5826-61B1-35FE-ACBDDF69A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Feature List</a:t>
            </a:r>
          </a:p>
          <a:p>
            <a:pPr marL="0" indent="0">
              <a:buNone/>
            </a:pPr>
            <a:endParaRPr lang="en-US" sz="1800" b="1" dirty="0"/>
          </a:p>
          <a:p>
            <a:pPr>
              <a:buFont typeface="+mj-lt"/>
              <a:buAutoNum type="arabicPeriod"/>
            </a:pPr>
            <a:r>
              <a:rPr lang="en-US" sz="1800" b="1" dirty="0"/>
              <a:t>Music Playback</a:t>
            </a:r>
            <a:r>
              <a:rPr lang="en-US" sz="1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Real-time position tracking and playback controls.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Favorites Management</a:t>
            </a:r>
            <a:r>
              <a:rPr lang="en-US" sz="1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Add/remove songs from favorites.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User Authentication</a:t>
            </a:r>
            <a:r>
              <a:rPr lang="en-US" sz="1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Secure login and data storage via Firebase.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Dynamic Content Fetching</a:t>
            </a:r>
            <a:r>
              <a:rPr lang="en-US" sz="1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Real-time song and user data updates from </a:t>
            </a:r>
            <a:r>
              <a:rPr lang="en-US" sz="1800" dirty="0" err="1"/>
              <a:t>Firestore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8387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26CD1-8C03-79C0-3527-C1CB7BB4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68A4F-9533-97C6-AE5C-D8C961A1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Key Features and Functionalities</a:t>
            </a:r>
            <a:br>
              <a:rPr lang="en-US" sz="3700" b="1">
                <a:solidFill>
                  <a:srgbClr val="FFFFFF"/>
                </a:solidFill>
              </a:rPr>
            </a:br>
            <a:endParaRPr lang="fr-FR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14F5-E64B-3B7B-48E7-86FEB98EC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Event Flows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b="1" dirty="0"/>
              <a:t>User Login Flow</a:t>
            </a:r>
          </a:p>
          <a:p>
            <a:pPr lvl="1"/>
            <a:r>
              <a:rPr lang="en-US" sz="1400" i="1" dirty="0"/>
              <a:t>Diagram</a:t>
            </a:r>
            <a:r>
              <a:rPr lang="en-US" sz="1400" dirty="0"/>
              <a:t>: Login -&gt; Firebase Authentication -&gt; User Dashboard.</a:t>
            </a:r>
          </a:p>
          <a:p>
            <a:r>
              <a:rPr lang="en-US" sz="1800" b="1" dirty="0"/>
              <a:t>Favorite Song Management Flow</a:t>
            </a:r>
          </a:p>
          <a:p>
            <a:pPr lvl="1"/>
            <a:r>
              <a:rPr lang="en-US" sz="1400" i="1" dirty="0"/>
              <a:t>Diagram</a:t>
            </a:r>
            <a:r>
              <a:rPr lang="en-US" sz="1400" dirty="0"/>
              <a:t>: User selects favorite -&gt; </a:t>
            </a:r>
            <a:r>
              <a:rPr lang="en-US" sz="1400" dirty="0" err="1"/>
              <a:t>Firestore</a:t>
            </a:r>
            <a:r>
              <a:rPr lang="en-US" sz="1400" dirty="0"/>
              <a:t> update -&gt; UI refresh.</a:t>
            </a:r>
          </a:p>
          <a:p>
            <a:r>
              <a:rPr lang="en-US" sz="1800" b="1" dirty="0"/>
              <a:t>Music Playback Flow</a:t>
            </a:r>
          </a:p>
          <a:p>
            <a:pPr lvl="1"/>
            <a:r>
              <a:rPr lang="en-US" sz="1400" i="1" dirty="0"/>
              <a:t>Diagram</a:t>
            </a:r>
            <a:r>
              <a:rPr lang="en-US" sz="1400" dirty="0"/>
              <a:t>: User presses play -&gt; </a:t>
            </a:r>
            <a:r>
              <a:rPr lang="en-US" sz="1400" dirty="0" err="1"/>
              <a:t>AudioPlayer</a:t>
            </a:r>
            <a:r>
              <a:rPr lang="en-US" sz="1400" dirty="0"/>
              <a:t> -&gt; Real-time slider updates.</a:t>
            </a: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757438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7CAE5-60FF-3A76-F21E-A1ED396A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Accessibility and Internationalization</a:t>
            </a:r>
            <a:endParaRPr lang="fr-FR" sz="28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A16E-E031-608C-A997-6369A5BC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Accessibility Features</a:t>
            </a:r>
          </a:p>
          <a:p>
            <a:pPr lvl="1"/>
            <a:r>
              <a:rPr lang="en-US" dirty="0"/>
              <a:t>High-contrast themes for better visibility.</a:t>
            </a:r>
          </a:p>
          <a:p>
            <a:pPr lvl="1"/>
            <a:r>
              <a:rPr lang="en-US" dirty="0"/>
              <a:t>Large, tappable controls for ease of use.</a:t>
            </a:r>
          </a:p>
          <a:p>
            <a:pPr lvl="1"/>
            <a:r>
              <a:rPr lang="en-US" dirty="0"/>
              <a:t>Dynamic font scaling for readability.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Internationalization Approach</a:t>
            </a:r>
          </a:p>
          <a:p>
            <a:pPr lvl="1"/>
            <a:r>
              <a:rPr lang="en-US" dirty="0"/>
              <a:t>Placeholder for language support in Firebase.</a:t>
            </a:r>
          </a:p>
          <a:p>
            <a:pPr lvl="1"/>
            <a:r>
              <a:rPr lang="en-US" dirty="0"/>
              <a:t>Potential for locale-based resource loading.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2677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05FFE-6A67-C515-DD6B-6987199D3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Challenges and Learnings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A25B4AF-F46F-1E24-9C54-7E039DFA5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Development Challenges</a:t>
            </a:r>
          </a:p>
          <a:p>
            <a:pPr marL="0" indent="0">
              <a:buNone/>
            </a:pPr>
            <a:endParaRPr lang="en-US" sz="1800" b="1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Syncing real-time data with </a:t>
            </a:r>
            <a:r>
              <a:rPr lang="en-US" sz="1800" dirty="0" err="1"/>
              <a:t>Firestore</a:t>
            </a:r>
            <a:r>
              <a:rPr lang="en-US" sz="18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Managing audio streams efficiently.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Ensuring seamless state transitions for UI updates.</a:t>
            </a:r>
          </a:p>
          <a:p>
            <a:pPr lvl="1">
              <a:buFont typeface="+mj-lt"/>
              <a:buAutoNum type="arabicPeriod"/>
            </a:pPr>
            <a:endParaRPr lang="en-US" sz="1800" dirty="0"/>
          </a:p>
          <a:p>
            <a:pPr marL="0" indent="0">
              <a:buNone/>
            </a:pPr>
            <a:r>
              <a:rPr lang="en-US" sz="2400" b="1" u="sng" dirty="0"/>
              <a:t>Key Learnings</a:t>
            </a:r>
          </a:p>
          <a:p>
            <a:pPr marL="0" indent="0">
              <a:buNone/>
            </a:pPr>
            <a:endParaRPr lang="en-US" sz="1800" b="1" dirty="0"/>
          </a:p>
          <a:p>
            <a:pPr lvl="1"/>
            <a:r>
              <a:rPr lang="en-US" sz="1800" dirty="0"/>
              <a:t>Effective use of Cubit for state management.</a:t>
            </a:r>
          </a:p>
          <a:p>
            <a:pPr lvl="1"/>
            <a:r>
              <a:rPr lang="en-US" sz="1800" dirty="0"/>
              <a:t>Leveraging Firebase’s full suite for app backend.</a:t>
            </a:r>
          </a:p>
          <a:p>
            <a:pPr lvl="1"/>
            <a:r>
              <a:rPr lang="en-US" sz="1800" dirty="0"/>
              <a:t>Importance of modular code for scalability.</a:t>
            </a:r>
          </a:p>
          <a:p>
            <a:pPr marL="0" indent="0"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066165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44D47E-3B01-EB3F-BF91-0A758C4B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Future Enhancements</a:t>
            </a:r>
            <a:endParaRPr lang="fr-FR" sz="3700">
              <a:solidFill>
                <a:srgbClr val="FFFFFF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154F95BC-005F-09EC-2995-4C064C9587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255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1046A-505A-F685-F4C4-A3C36D26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22669E-73C0-A47F-1825-8F6EE7AD073D}"/>
              </a:ext>
            </a:extLst>
          </p:cNvPr>
          <p:cNvSpPr txBox="1">
            <a:spLocks/>
          </p:cNvSpPr>
          <p:nvPr/>
        </p:nvSpPr>
        <p:spPr>
          <a:xfrm>
            <a:off x="648037" y="1298448"/>
            <a:ext cx="5895178" cy="4099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</a:t>
            </a:r>
            <a:endParaRPr lang="en-US" sz="6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30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71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FCE06ED-31FC-B4F2-6036-6BFF2DEE8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6425204" y="-20164"/>
            <a:ext cx="5770927" cy="6942239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A34066D6-1B59-4642-A86D-39464CEE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9F386-9877-10D7-7F15-BC4D0D90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95509"/>
            <a:ext cx="5040000" cy="27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/>
            <a:r>
              <a:rPr lang="en-US" sz="6000" b="1" dirty="0">
                <a:solidFill>
                  <a:srgbClr val="FFFFFF"/>
                </a:solidFill>
              </a:rPr>
              <a:t>Code Snippets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3DB1D-A414-7DAF-7CE8-290D6B7EC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3686186"/>
            <a:ext cx="5040000" cy="2340000"/>
          </a:xfrm>
        </p:spPr>
        <p:txBody>
          <a:bodyPr vert="horz" lIns="91440" tIns="45720" rIns="91440" bIns="45720" rtlCol="0"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Song Player Integration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Purpose</a:t>
            </a:r>
            <a:r>
              <a:rPr lang="en-US" sz="2000" dirty="0">
                <a:solidFill>
                  <a:schemeClr val="bg1"/>
                </a:solidFill>
              </a:rPr>
              <a:t>: Displays a song’s details and playback controls with real-time slider updates.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F9EBB4-5078-47B2-AAA0-DF4A88D81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68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71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34E12-D8E8-39C9-D553-58DCA925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8A3211-739E-B2F5-D6DE-19356E825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25204" y="1713519"/>
            <a:ext cx="5770927" cy="347487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A83FA5EA-E46F-4959-38F8-129F8CC00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5F399AFD-0765-7450-47E1-7DE68B257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5BD91-EEED-3CED-13F5-38737029C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95509"/>
            <a:ext cx="5040000" cy="27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/>
            <a:r>
              <a:rPr lang="en-US" sz="6000" b="1" dirty="0">
                <a:solidFill>
                  <a:srgbClr val="FFFFFF"/>
                </a:solidFill>
              </a:rPr>
              <a:t>Code Snippets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11B34C-19FA-38FA-BFEE-62707C23A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4680-71F6-B6AA-A69B-9FAD3CB34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6" y="3686186"/>
            <a:ext cx="5040000" cy="2340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2. Favorite Button Component</a:t>
            </a: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Purpose</a:t>
            </a:r>
            <a:r>
              <a:rPr lang="en-US" sz="2000" dirty="0">
                <a:solidFill>
                  <a:schemeClr val="bg1"/>
                </a:solidFill>
              </a:rPr>
              <a:t>: Toggles a song’s favorite state, updating the </a:t>
            </a:r>
            <a:r>
              <a:rPr lang="en-US" sz="2000" dirty="0" err="1">
                <a:solidFill>
                  <a:schemeClr val="bg1"/>
                </a:solidFill>
              </a:rPr>
              <a:t>Firestore</a:t>
            </a:r>
            <a:r>
              <a:rPr lang="en-US" sz="2000" dirty="0">
                <a:solidFill>
                  <a:schemeClr val="bg1"/>
                </a:solidFill>
              </a:rPr>
              <a:t> database.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928E6A-7ED6-5E31-A551-706DC694F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872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71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3E0F8-08F7-E1A1-82A3-7F6C6EBB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896B70-D1DD-F23C-7C54-96FCFEC91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25204" y="2748407"/>
            <a:ext cx="5770927" cy="140509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2FE854D-A5BC-0538-008E-A7D0C5857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004B5241-DD08-4580-63B8-6F793D52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A4FB5-1EEF-90C9-4EF8-271188A1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95509"/>
            <a:ext cx="5040000" cy="27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/>
            <a:r>
              <a:rPr lang="en-US" sz="6000" b="1" dirty="0">
                <a:solidFill>
                  <a:srgbClr val="FFFFFF"/>
                </a:solidFill>
              </a:rPr>
              <a:t>Code Snippets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9450BF1-EC65-C74E-ED6E-CD90EB65D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E4570-6B6A-E683-2E72-52C0FDE5E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6" y="3686186"/>
            <a:ext cx="5040000" cy="2340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3. Format Duration Helper</a:t>
            </a: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Purpose</a:t>
            </a:r>
            <a:r>
              <a:rPr lang="en-US" sz="2000" dirty="0">
                <a:solidFill>
                  <a:schemeClr val="bg1"/>
                </a:solidFill>
              </a:rPr>
              <a:t>: Converts Duration into a readable MM:SS format for UI display.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8E52B7-42E7-FF37-5644-2809C65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80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F44E4-B2B0-62A8-60B8-2BA710641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34EE5-A418-A579-A3B3-CA0F0195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Appendix</a:t>
            </a:r>
            <a:endParaRPr lang="fr-FR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CF00A2-CCEC-5449-F4B0-B3A43A33E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42699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0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743</Words>
  <Application>Microsoft Macintosh PowerPoint</Application>
  <PresentationFormat>Widescreen</PresentationFormat>
  <Paragraphs>136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 Theme</vt:lpstr>
      <vt:lpstr>Spotify Clone</vt:lpstr>
      <vt:lpstr>App Introduction </vt:lpstr>
      <vt:lpstr>App Introduction </vt:lpstr>
      <vt:lpstr>Target Audience</vt:lpstr>
      <vt:lpstr>Technical Architecture</vt:lpstr>
      <vt:lpstr>Technical Architecture</vt:lpstr>
      <vt:lpstr>Database Structure </vt:lpstr>
      <vt:lpstr>Backend Architecture </vt:lpstr>
      <vt:lpstr>User Interface and Experience</vt:lpstr>
      <vt:lpstr>User Interface and Experience</vt:lpstr>
      <vt:lpstr>User Interface and Experience</vt:lpstr>
      <vt:lpstr>User Interface and Experience</vt:lpstr>
      <vt:lpstr>User Interface and Experience</vt:lpstr>
      <vt:lpstr>User Interface and Experience</vt:lpstr>
      <vt:lpstr>Key Features and Functionalities </vt:lpstr>
      <vt:lpstr>Key Features and Functionalities </vt:lpstr>
      <vt:lpstr>Accessibility and Internationalization</vt:lpstr>
      <vt:lpstr>Challenges and Learnings</vt:lpstr>
      <vt:lpstr>Future Enhancements</vt:lpstr>
      <vt:lpstr>PowerPoint Presentation</vt:lpstr>
      <vt:lpstr>Code Snippets</vt:lpstr>
      <vt:lpstr>Code Snippets</vt:lpstr>
      <vt:lpstr>Code Snippets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Archimede Body Tshungini, Vodacom (External)</dc:creator>
  <cp:lastModifiedBy>Archimede Body Tshungini, Vodacom (External)</cp:lastModifiedBy>
  <cp:revision>1</cp:revision>
  <dcterms:created xsi:type="dcterms:W3CDTF">2025-01-18T22:04:41Z</dcterms:created>
  <dcterms:modified xsi:type="dcterms:W3CDTF">2025-01-19T02:00:09Z</dcterms:modified>
</cp:coreProperties>
</file>